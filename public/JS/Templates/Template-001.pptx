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731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862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0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1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3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61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8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00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1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EA14B-53DD-445A-BD56-4458C46F96E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6B409-8D20-4825-813D-47352219F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3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FF455-8FCC-C32B-4454-706F101F8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2650C7-DDDB-47D5-06AA-4B08BF9027A7}"/>
              </a:ext>
            </a:extLst>
          </p:cNvPr>
          <p:cNvSpPr/>
          <p:nvPr/>
        </p:nvSpPr>
        <p:spPr>
          <a:xfrm flipH="1">
            <a:off x="4492926" y="288624"/>
            <a:ext cx="2365076" cy="961724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7D1FDFCD-4C4C-59DF-6928-5B6E55AB28B4}"/>
              </a:ext>
            </a:extLst>
          </p:cNvPr>
          <p:cNvSpPr/>
          <p:nvPr/>
        </p:nvSpPr>
        <p:spPr>
          <a:xfrm flipH="1">
            <a:off x="2443076" y="288759"/>
            <a:ext cx="4414926" cy="9617243"/>
          </a:xfrm>
          <a:prstGeom prst="roundRect">
            <a:avLst>
              <a:gd name="adj" fmla="val 850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6B869F-4497-D3EE-0580-1E3CAC2321B9}"/>
              </a:ext>
            </a:extLst>
          </p:cNvPr>
          <p:cNvSpPr/>
          <p:nvPr/>
        </p:nvSpPr>
        <p:spPr>
          <a:xfrm>
            <a:off x="20280" y="958517"/>
            <a:ext cx="5859149" cy="1224001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179E4588-4FF6-E322-6ECE-82334B6376CF}"/>
              </a:ext>
            </a:extLst>
          </p:cNvPr>
          <p:cNvSpPr/>
          <p:nvPr/>
        </p:nvSpPr>
        <p:spPr>
          <a:xfrm rot="5400000">
            <a:off x="4638258" y="696116"/>
            <a:ext cx="1881145" cy="1750594"/>
          </a:xfrm>
          <a:prstGeom prst="hexagon">
            <a:avLst/>
          </a:prstGeom>
          <a:solidFill>
            <a:schemeClr val="tx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C95B7CB-4C39-1C7E-6A08-49992007D461}"/>
              </a:ext>
            </a:extLst>
          </p:cNvPr>
          <p:cNvSpPr/>
          <p:nvPr/>
        </p:nvSpPr>
        <p:spPr>
          <a:xfrm>
            <a:off x="4531894" y="445170"/>
            <a:ext cx="2093494" cy="2249906"/>
          </a:xfrm>
          <a:custGeom>
            <a:avLst/>
            <a:gdLst>
              <a:gd name="connsiteX0" fmla="*/ 2285998 w 4571999"/>
              <a:gd name="connsiteY0" fmla="*/ 0 h 4945896"/>
              <a:gd name="connsiteX1" fmla="*/ 2461284 w 4571999"/>
              <a:gd name="connsiteY1" fmla="*/ 46850 h 4945896"/>
              <a:gd name="connsiteX2" fmla="*/ 2464999 w 4571999"/>
              <a:gd name="connsiteY2" fmla="*/ 49532 h 4945896"/>
              <a:gd name="connsiteX3" fmla="*/ 4354151 w 4571999"/>
              <a:gd name="connsiteY3" fmla="*/ 994109 h 4945896"/>
              <a:gd name="connsiteX4" fmla="*/ 4380522 w 4571999"/>
              <a:gd name="connsiteY4" fmla="*/ 1001272 h 4945896"/>
              <a:gd name="connsiteX5" fmla="*/ 4571999 w 4571999"/>
              <a:gd name="connsiteY5" fmla="*/ 1254034 h 4945896"/>
              <a:gd name="connsiteX6" fmla="*/ 4571578 w 4571999"/>
              <a:gd name="connsiteY6" fmla="*/ 1257687 h 4945896"/>
              <a:gd name="connsiteX7" fmla="*/ 4571998 w 4571999"/>
              <a:gd name="connsiteY7" fmla="*/ 1257680 h 4945896"/>
              <a:gd name="connsiteX8" fmla="*/ 4571998 w 4571999"/>
              <a:gd name="connsiteY8" fmla="*/ 3683727 h 4945896"/>
              <a:gd name="connsiteX9" fmla="*/ 4571998 w 4571999"/>
              <a:gd name="connsiteY9" fmla="*/ 3711955 h 4945896"/>
              <a:gd name="connsiteX10" fmla="*/ 4570278 w 4571999"/>
              <a:gd name="connsiteY10" fmla="*/ 3711681 h 4945896"/>
              <a:gd name="connsiteX11" fmla="*/ 4569543 w 4571999"/>
              <a:gd name="connsiteY11" fmla="*/ 3705035 h 4945896"/>
              <a:gd name="connsiteX12" fmla="*/ 4565629 w 4571999"/>
              <a:gd name="connsiteY12" fmla="*/ 3739012 h 4945896"/>
              <a:gd name="connsiteX13" fmla="*/ 4433775 w 4571999"/>
              <a:gd name="connsiteY13" fmla="*/ 3911197 h 4945896"/>
              <a:gd name="connsiteX14" fmla="*/ 4423748 w 4571999"/>
              <a:gd name="connsiteY14" fmla="*/ 3915960 h 4945896"/>
              <a:gd name="connsiteX15" fmla="*/ 4424852 w 4571999"/>
              <a:gd name="connsiteY15" fmla="*/ 3919804 h 4945896"/>
              <a:gd name="connsiteX16" fmla="*/ 2457428 w 4571999"/>
              <a:gd name="connsiteY16" fmla="*/ 4903516 h 4945896"/>
              <a:gd name="connsiteX17" fmla="*/ 2455872 w 4571999"/>
              <a:gd name="connsiteY17" fmla="*/ 4901617 h 4945896"/>
              <a:gd name="connsiteX18" fmla="*/ 2408030 w 4571999"/>
              <a:gd name="connsiteY18" fmla="*/ 4924339 h 4945896"/>
              <a:gd name="connsiteX19" fmla="*/ 2285998 w 4571999"/>
              <a:gd name="connsiteY19" fmla="*/ 4945896 h 4945896"/>
              <a:gd name="connsiteX20" fmla="*/ 2163967 w 4571999"/>
              <a:gd name="connsiteY20" fmla="*/ 4924339 h 4945896"/>
              <a:gd name="connsiteX21" fmla="*/ 2130835 w 4571999"/>
              <a:gd name="connsiteY21" fmla="*/ 4908604 h 4945896"/>
              <a:gd name="connsiteX22" fmla="*/ 2129658 w 4571999"/>
              <a:gd name="connsiteY22" fmla="*/ 4911060 h 4945896"/>
              <a:gd name="connsiteX23" fmla="*/ 164748 w 4571999"/>
              <a:gd name="connsiteY23" fmla="*/ 3928605 h 4945896"/>
              <a:gd name="connsiteX24" fmla="*/ 168256 w 4571999"/>
              <a:gd name="connsiteY24" fmla="*/ 3923448 h 4945896"/>
              <a:gd name="connsiteX25" fmla="*/ 142460 w 4571999"/>
              <a:gd name="connsiteY25" fmla="*/ 3911197 h 4945896"/>
              <a:gd name="connsiteX26" fmla="*/ 10606 w 4571999"/>
              <a:gd name="connsiteY26" fmla="*/ 3739012 h 4945896"/>
              <a:gd name="connsiteX27" fmla="*/ 4618 w 4571999"/>
              <a:gd name="connsiteY27" fmla="*/ 3687036 h 4945896"/>
              <a:gd name="connsiteX28" fmla="*/ 4384 w 4571999"/>
              <a:gd name="connsiteY28" fmla="*/ 3687580 h 4945896"/>
              <a:gd name="connsiteX29" fmla="*/ 1924 w 4571999"/>
              <a:gd name="connsiteY29" fmla="*/ 3709829 h 4945896"/>
              <a:gd name="connsiteX30" fmla="*/ 0 w 4571999"/>
              <a:gd name="connsiteY30" fmla="*/ 3709969 h 4945896"/>
              <a:gd name="connsiteX31" fmla="*/ 0 w 4571999"/>
              <a:gd name="connsiteY31" fmla="*/ 1255257 h 4945896"/>
              <a:gd name="connsiteX32" fmla="*/ 2413 w 4571999"/>
              <a:gd name="connsiteY32" fmla="*/ 1255218 h 4945896"/>
              <a:gd name="connsiteX33" fmla="*/ 4385 w 4571999"/>
              <a:gd name="connsiteY33" fmla="*/ 1273046 h 4945896"/>
              <a:gd name="connsiteX34" fmla="*/ 7173 w 4571999"/>
              <a:gd name="connsiteY34" fmla="*/ 1279523 h 4945896"/>
              <a:gd name="connsiteX35" fmla="*/ 4237 w 4571999"/>
              <a:gd name="connsiteY35" fmla="*/ 1254034 h 4945896"/>
              <a:gd name="connsiteX36" fmla="*/ 195714 w 4571999"/>
              <a:gd name="connsiteY36" fmla="*/ 1001272 h 4945896"/>
              <a:gd name="connsiteX37" fmla="*/ 212806 w 4571999"/>
              <a:gd name="connsiteY37" fmla="*/ 996629 h 4945896"/>
              <a:gd name="connsiteX38" fmla="*/ 2106993 w 4571999"/>
              <a:gd name="connsiteY38" fmla="*/ 49535 h 4945896"/>
              <a:gd name="connsiteX39" fmla="*/ 2110713 w 4571999"/>
              <a:gd name="connsiteY39" fmla="*/ 46850 h 4945896"/>
              <a:gd name="connsiteX40" fmla="*/ 2143643 w 4571999"/>
              <a:gd name="connsiteY40" fmla="*/ 31210 h 4945896"/>
              <a:gd name="connsiteX41" fmla="*/ 2153806 w 4571999"/>
              <a:gd name="connsiteY41" fmla="*/ 26128 h 4945896"/>
              <a:gd name="connsiteX42" fmla="*/ 2153910 w 4571999"/>
              <a:gd name="connsiteY42" fmla="*/ 26334 h 4945896"/>
              <a:gd name="connsiteX43" fmla="*/ 2163967 w 4571999"/>
              <a:gd name="connsiteY43" fmla="*/ 21558 h 4945896"/>
              <a:gd name="connsiteX44" fmla="*/ 2285998 w 4571999"/>
              <a:gd name="connsiteY44" fmla="*/ 0 h 49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1999" h="4945896">
                <a:moveTo>
                  <a:pt x="2285998" y="0"/>
                </a:moveTo>
                <a:cubicBezTo>
                  <a:pt x="2350928" y="0"/>
                  <a:pt x="2411248" y="17271"/>
                  <a:pt x="2461284" y="46850"/>
                </a:cubicBezTo>
                <a:lnTo>
                  <a:pt x="2464999" y="49532"/>
                </a:lnTo>
                <a:lnTo>
                  <a:pt x="4354151" y="994109"/>
                </a:lnTo>
                <a:lnTo>
                  <a:pt x="4380522" y="1001272"/>
                </a:lnTo>
                <a:cubicBezTo>
                  <a:pt x="4493045" y="1042916"/>
                  <a:pt x="4571999" y="1140407"/>
                  <a:pt x="4571999" y="1254034"/>
                </a:cubicBezTo>
                <a:lnTo>
                  <a:pt x="4571578" y="1257687"/>
                </a:lnTo>
                <a:lnTo>
                  <a:pt x="4571998" y="1257680"/>
                </a:lnTo>
                <a:lnTo>
                  <a:pt x="4571998" y="3683727"/>
                </a:lnTo>
                <a:lnTo>
                  <a:pt x="4571998" y="3711955"/>
                </a:lnTo>
                <a:lnTo>
                  <a:pt x="4570278" y="3711681"/>
                </a:lnTo>
                <a:lnTo>
                  <a:pt x="4569543" y="3705035"/>
                </a:lnTo>
                <a:lnTo>
                  <a:pt x="4565629" y="3739012"/>
                </a:lnTo>
                <a:cubicBezTo>
                  <a:pt x="4548924" y="3810442"/>
                  <a:pt x="4500490" y="3871759"/>
                  <a:pt x="4433775" y="3911197"/>
                </a:cubicBezTo>
                <a:lnTo>
                  <a:pt x="4423748" y="3915960"/>
                </a:lnTo>
                <a:lnTo>
                  <a:pt x="4424852" y="3919804"/>
                </a:lnTo>
                <a:lnTo>
                  <a:pt x="2457428" y="4903516"/>
                </a:lnTo>
                <a:lnTo>
                  <a:pt x="2455872" y="4901617"/>
                </a:lnTo>
                <a:lnTo>
                  <a:pt x="2408030" y="4924339"/>
                </a:lnTo>
                <a:cubicBezTo>
                  <a:pt x="2370522" y="4938220"/>
                  <a:pt x="2329285" y="4945896"/>
                  <a:pt x="2285998" y="4945896"/>
                </a:cubicBezTo>
                <a:cubicBezTo>
                  <a:pt x="2242712" y="4945896"/>
                  <a:pt x="2201474" y="4938220"/>
                  <a:pt x="2163967" y="4924339"/>
                </a:cubicBezTo>
                <a:lnTo>
                  <a:pt x="2130835" y="4908604"/>
                </a:lnTo>
                <a:lnTo>
                  <a:pt x="2129658" y="4911060"/>
                </a:lnTo>
                <a:lnTo>
                  <a:pt x="164748" y="3928605"/>
                </a:lnTo>
                <a:lnTo>
                  <a:pt x="168256" y="3923448"/>
                </a:lnTo>
                <a:lnTo>
                  <a:pt x="142460" y="3911197"/>
                </a:lnTo>
                <a:cubicBezTo>
                  <a:pt x="75745" y="3871759"/>
                  <a:pt x="27311" y="3810442"/>
                  <a:pt x="10606" y="3739012"/>
                </a:cubicBezTo>
                <a:lnTo>
                  <a:pt x="4618" y="3687036"/>
                </a:lnTo>
                <a:lnTo>
                  <a:pt x="4384" y="3687580"/>
                </a:lnTo>
                <a:lnTo>
                  <a:pt x="1924" y="3709829"/>
                </a:lnTo>
                <a:lnTo>
                  <a:pt x="0" y="3709969"/>
                </a:lnTo>
                <a:lnTo>
                  <a:pt x="0" y="1255257"/>
                </a:lnTo>
                <a:lnTo>
                  <a:pt x="2413" y="1255218"/>
                </a:lnTo>
                <a:lnTo>
                  <a:pt x="4385" y="1273046"/>
                </a:lnTo>
                <a:lnTo>
                  <a:pt x="7173" y="1279523"/>
                </a:lnTo>
                <a:lnTo>
                  <a:pt x="4237" y="1254034"/>
                </a:lnTo>
                <a:cubicBezTo>
                  <a:pt x="4237" y="1140407"/>
                  <a:pt x="83191" y="1042916"/>
                  <a:pt x="195714" y="1001272"/>
                </a:cubicBezTo>
                <a:lnTo>
                  <a:pt x="212806" y="996629"/>
                </a:lnTo>
                <a:lnTo>
                  <a:pt x="2106993" y="49535"/>
                </a:lnTo>
                <a:lnTo>
                  <a:pt x="2110713" y="46850"/>
                </a:lnTo>
                <a:lnTo>
                  <a:pt x="2143643" y="31210"/>
                </a:lnTo>
                <a:lnTo>
                  <a:pt x="2153806" y="26128"/>
                </a:lnTo>
                <a:lnTo>
                  <a:pt x="2153910" y="26334"/>
                </a:lnTo>
                <a:lnTo>
                  <a:pt x="2163967" y="21558"/>
                </a:lnTo>
                <a:cubicBezTo>
                  <a:pt x="2201474" y="7676"/>
                  <a:pt x="2242712" y="0"/>
                  <a:pt x="2285998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EDDEFCD-39C6-83BA-945B-28C53C094660}"/>
              </a:ext>
            </a:extLst>
          </p:cNvPr>
          <p:cNvSpPr txBox="1"/>
          <p:nvPr/>
        </p:nvSpPr>
        <p:spPr>
          <a:xfrm flipH="1">
            <a:off x="50137" y="1209186"/>
            <a:ext cx="4462273" cy="58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3199" b="1" dirty="0">
                <a:solidFill>
                  <a:schemeClr val="accent6">
                    <a:lumMod val="50000"/>
                  </a:schemeClr>
                </a:solidFill>
              </a:rPr>
              <a:t> نـاو بـاوك بـاپیـر</a:t>
            </a:r>
            <a:endParaRPr lang="en-GB" sz="3199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5C61A70-0224-21CA-6E09-4EF147827950}"/>
              </a:ext>
            </a:extLst>
          </p:cNvPr>
          <p:cNvSpPr/>
          <p:nvPr/>
        </p:nvSpPr>
        <p:spPr>
          <a:xfrm flipH="1">
            <a:off x="-214097" y="2003633"/>
            <a:ext cx="4608000" cy="4572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A0FCC220-EBAF-9E59-39F2-0E6A7FFCA0A6}"/>
              </a:ext>
            </a:extLst>
          </p:cNvPr>
          <p:cNvSpPr/>
          <p:nvPr/>
        </p:nvSpPr>
        <p:spPr>
          <a:xfrm>
            <a:off x="4526820" y="455713"/>
            <a:ext cx="2093494" cy="2249906"/>
          </a:xfrm>
          <a:custGeom>
            <a:avLst/>
            <a:gdLst>
              <a:gd name="connsiteX0" fmla="*/ 2285998 w 4571999"/>
              <a:gd name="connsiteY0" fmla="*/ 0 h 4945896"/>
              <a:gd name="connsiteX1" fmla="*/ 2461284 w 4571999"/>
              <a:gd name="connsiteY1" fmla="*/ 46850 h 4945896"/>
              <a:gd name="connsiteX2" fmla="*/ 2464999 w 4571999"/>
              <a:gd name="connsiteY2" fmla="*/ 49532 h 4945896"/>
              <a:gd name="connsiteX3" fmla="*/ 4354151 w 4571999"/>
              <a:gd name="connsiteY3" fmla="*/ 994109 h 4945896"/>
              <a:gd name="connsiteX4" fmla="*/ 4380522 w 4571999"/>
              <a:gd name="connsiteY4" fmla="*/ 1001272 h 4945896"/>
              <a:gd name="connsiteX5" fmla="*/ 4571999 w 4571999"/>
              <a:gd name="connsiteY5" fmla="*/ 1254034 h 4945896"/>
              <a:gd name="connsiteX6" fmla="*/ 4571578 w 4571999"/>
              <a:gd name="connsiteY6" fmla="*/ 1257687 h 4945896"/>
              <a:gd name="connsiteX7" fmla="*/ 4571998 w 4571999"/>
              <a:gd name="connsiteY7" fmla="*/ 1257680 h 4945896"/>
              <a:gd name="connsiteX8" fmla="*/ 4571998 w 4571999"/>
              <a:gd name="connsiteY8" fmla="*/ 3683727 h 4945896"/>
              <a:gd name="connsiteX9" fmla="*/ 4571998 w 4571999"/>
              <a:gd name="connsiteY9" fmla="*/ 3711955 h 4945896"/>
              <a:gd name="connsiteX10" fmla="*/ 4570278 w 4571999"/>
              <a:gd name="connsiteY10" fmla="*/ 3711681 h 4945896"/>
              <a:gd name="connsiteX11" fmla="*/ 4569543 w 4571999"/>
              <a:gd name="connsiteY11" fmla="*/ 3705035 h 4945896"/>
              <a:gd name="connsiteX12" fmla="*/ 4565629 w 4571999"/>
              <a:gd name="connsiteY12" fmla="*/ 3739012 h 4945896"/>
              <a:gd name="connsiteX13" fmla="*/ 4433775 w 4571999"/>
              <a:gd name="connsiteY13" fmla="*/ 3911197 h 4945896"/>
              <a:gd name="connsiteX14" fmla="*/ 4423748 w 4571999"/>
              <a:gd name="connsiteY14" fmla="*/ 3915960 h 4945896"/>
              <a:gd name="connsiteX15" fmla="*/ 4424852 w 4571999"/>
              <a:gd name="connsiteY15" fmla="*/ 3919804 h 4945896"/>
              <a:gd name="connsiteX16" fmla="*/ 2457428 w 4571999"/>
              <a:gd name="connsiteY16" fmla="*/ 4903516 h 4945896"/>
              <a:gd name="connsiteX17" fmla="*/ 2455872 w 4571999"/>
              <a:gd name="connsiteY17" fmla="*/ 4901617 h 4945896"/>
              <a:gd name="connsiteX18" fmla="*/ 2408030 w 4571999"/>
              <a:gd name="connsiteY18" fmla="*/ 4924339 h 4945896"/>
              <a:gd name="connsiteX19" fmla="*/ 2285998 w 4571999"/>
              <a:gd name="connsiteY19" fmla="*/ 4945896 h 4945896"/>
              <a:gd name="connsiteX20" fmla="*/ 2163967 w 4571999"/>
              <a:gd name="connsiteY20" fmla="*/ 4924339 h 4945896"/>
              <a:gd name="connsiteX21" fmla="*/ 2130835 w 4571999"/>
              <a:gd name="connsiteY21" fmla="*/ 4908604 h 4945896"/>
              <a:gd name="connsiteX22" fmla="*/ 2129658 w 4571999"/>
              <a:gd name="connsiteY22" fmla="*/ 4911060 h 4945896"/>
              <a:gd name="connsiteX23" fmla="*/ 164748 w 4571999"/>
              <a:gd name="connsiteY23" fmla="*/ 3928605 h 4945896"/>
              <a:gd name="connsiteX24" fmla="*/ 168256 w 4571999"/>
              <a:gd name="connsiteY24" fmla="*/ 3923448 h 4945896"/>
              <a:gd name="connsiteX25" fmla="*/ 142460 w 4571999"/>
              <a:gd name="connsiteY25" fmla="*/ 3911197 h 4945896"/>
              <a:gd name="connsiteX26" fmla="*/ 10606 w 4571999"/>
              <a:gd name="connsiteY26" fmla="*/ 3739012 h 4945896"/>
              <a:gd name="connsiteX27" fmla="*/ 4618 w 4571999"/>
              <a:gd name="connsiteY27" fmla="*/ 3687036 h 4945896"/>
              <a:gd name="connsiteX28" fmla="*/ 4384 w 4571999"/>
              <a:gd name="connsiteY28" fmla="*/ 3687580 h 4945896"/>
              <a:gd name="connsiteX29" fmla="*/ 1924 w 4571999"/>
              <a:gd name="connsiteY29" fmla="*/ 3709829 h 4945896"/>
              <a:gd name="connsiteX30" fmla="*/ 0 w 4571999"/>
              <a:gd name="connsiteY30" fmla="*/ 3709969 h 4945896"/>
              <a:gd name="connsiteX31" fmla="*/ 0 w 4571999"/>
              <a:gd name="connsiteY31" fmla="*/ 1255257 h 4945896"/>
              <a:gd name="connsiteX32" fmla="*/ 2413 w 4571999"/>
              <a:gd name="connsiteY32" fmla="*/ 1255218 h 4945896"/>
              <a:gd name="connsiteX33" fmla="*/ 4385 w 4571999"/>
              <a:gd name="connsiteY33" fmla="*/ 1273046 h 4945896"/>
              <a:gd name="connsiteX34" fmla="*/ 7173 w 4571999"/>
              <a:gd name="connsiteY34" fmla="*/ 1279523 h 4945896"/>
              <a:gd name="connsiteX35" fmla="*/ 4237 w 4571999"/>
              <a:gd name="connsiteY35" fmla="*/ 1254034 h 4945896"/>
              <a:gd name="connsiteX36" fmla="*/ 195714 w 4571999"/>
              <a:gd name="connsiteY36" fmla="*/ 1001272 h 4945896"/>
              <a:gd name="connsiteX37" fmla="*/ 212806 w 4571999"/>
              <a:gd name="connsiteY37" fmla="*/ 996629 h 4945896"/>
              <a:gd name="connsiteX38" fmla="*/ 2106993 w 4571999"/>
              <a:gd name="connsiteY38" fmla="*/ 49535 h 4945896"/>
              <a:gd name="connsiteX39" fmla="*/ 2110713 w 4571999"/>
              <a:gd name="connsiteY39" fmla="*/ 46850 h 4945896"/>
              <a:gd name="connsiteX40" fmla="*/ 2143643 w 4571999"/>
              <a:gd name="connsiteY40" fmla="*/ 31210 h 4945896"/>
              <a:gd name="connsiteX41" fmla="*/ 2153806 w 4571999"/>
              <a:gd name="connsiteY41" fmla="*/ 26128 h 4945896"/>
              <a:gd name="connsiteX42" fmla="*/ 2153910 w 4571999"/>
              <a:gd name="connsiteY42" fmla="*/ 26334 h 4945896"/>
              <a:gd name="connsiteX43" fmla="*/ 2163967 w 4571999"/>
              <a:gd name="connsiteY43" fmla="*/ 21558 h 4945896"/>
              <a:gd name="connsiteX44" fmla="*/ 2285998 w 4571999"/>
              <a:gd name="connsiteY44" fmla="*/ 0 h 49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1999" h="4945896">
                <a:moveTo>
                  <a:pt x="2285998" y="0"/>
                </a:moveTo>
                <a:cubicBezTo>
                  <a:pt x="2350928" y="0"/>
                  <a:pt x="2411248" y="17271"/>
                  <a:pt x="2461284" y="46850"/>
                </a:cubicBezTo>
                <a:lnTo>
                  <a:pt x="2464999" y="49532"/>
                </a:lnTo>
                <a:lnTo>
                  <a:pt x="4354151" y="994109"/>
                </a:lnTo>
                <a:lnTo>
                  <a:pt x="4380522" y="1001272"/>
                </a:lnTo>
                <a:cubicBezTo>
                  <a:pt x="4493045" y="1042916"/>
                  <a:pt x="4571999" y="1140407"/>
                  <a:pt x="4571999" y="1254034"/>
                </a:cubicBezTo>
                <a:lnTo>
                  <a:pt x="4571578" y="1257687"/>
                </a:lnTo>
                <a:lnTo>
                  <a:pt x="4571998" y="1257680"/>
                </a:lnTo>
                <a:lnTo>
                  <a:pt x="4571998" y="3683727"/>
                </a:lnTo>
                <a:lnTo>
                  <a:pt x="4571998" y="3711955"/>
                </a:lnTo>
                <a:lnTo>
                  <a:pt x="4570278" y="3711681"/>
                </a:lnTo>
                <a:lnTo>
                  <a:pt x="4569543" y="3705035"/>
                </a:lnTo>
                <a:lnTo>
                  <a:pt x="4565629" y="3739012"/>
                </a:lnTo>
                <a:cubicBezTo>
                  <a:pt x="4548924" y="3810442"/>
                  <a:pt x="4500490" y="3871759"/>
                  <a:pt x="4433775" y="3911197"/>
                </a:cubicBezTo>
                <a:lnTo>
                  <a:pt x="4423748" y="3915960"/>
                </a:lnTo>
                <a:lnTo>
                  <a:pt x="4424852" y="3919804"/>
                </a:lnTo>
                <a:lnTo>
                  <a:pt x="2457428" y="4903516"/>
                </a:lnTo>
                <a:lnTo>
                  <a:pt x="2455872" y="4901617"/>
                </a:lnTo>
                <a:lnTo>
                  <a:pt x="2408030" y="4924339"/>
                </a:lnTo>
                <a:cubicBezTo>
                  <a:pt x="2370522" y="4938220"/>
                  <a:pt x="2329285" y="4945896"/>
                  <a:pt x="2285998" y="4945896"/>
                </a:cubicBezTo>
                <a:cubicBezTo>
                  <a:pt x="2242712" y="4945896"/>
                  <a:pt x="2201474" y="4938220"/>
                  <a:pt x="2163967" y="4924339"/>
                </a:cubicBezTo>
                <a:lnTo>
                  <a:pt x="2130835" y="4908604"/>
                </a:lnTo>
                <a:lnTo>
                  <a:pt x="2129658" y="4911060"/>
                </a:lnTo>
                <a:lnTo>
                  <a:pt x="164748" y="3928605"/>
                </a:lnTo>
                <a:lnTo>
                  <a:pt x="168256" y="3923448"/>
                </a:lnTo>
                <a:lnTo>
                  <a:pt x="142460" y="3911197"/>
                </a:lnTo>
                <a:cubicBezTo>
                  <a:pt x="75745" y="3871759"/>
                  <a:pt x="27311" y="3810442"/>
                  <a:pt x="10606" y="3739012"/>
                </a:cubicBezTo>
                <a:lnTo>
                  <a:pt x="4618" y="3687036"/>
                </a:lnTo>
                <a:lnTo>
                  <a:pt x="4384" y="3687580"/>
                </a:lnTo>
                <a:lnTo>
                  <a:pt x="1924" y="3709829"/>
                </a:lnTo>
                <a:lnTo>
                  <a:pt x="0" y="3709969"/>
                </a:lnTo>
                <a:lnTo>
                  <a:pt x="0" y="1255257"/>
                </a:lnTo>
                <a:lnTo>
                  <a:pt x="2413" y="1255218"/>
                </a:lnTo>
                <a:lnTo>
                  <a:pt x="4385" y="1273046"/>
                </a:lnTo>
                <a:lnTo>
                  <a:pt x="7173" y="1279523"/>
                </a:lnTo>
                <a:lnTo>
                  <a:pt x="4237" y="1254034"/>
                </a:lnTo>
                <a:cubicBezTo>
                  <a:pt x="4237" y="1140407"/>
                  <a:pt x="83191" y="1042916"/>
                  <a:pt x="195714" y="1001272"/>
                </a:cubicBezTo>
                <a:lnTo>
                  <a:pt x="212806" y="996629"/>
                </a:lnTo>
                <a:lnTo>
                  <a:pt x="2106993" y="49535"/>
                </a:lnTo>
                <a:lnTo>
                  <a:pt x="2110713" y="46850"/>
                </a:lnTo>
                <a:lnTo>
                  <a:pt x="2143643" y="31210"/>
                </a:lnTo>
                <a:lnTo>
                  <a:pt x="2153806" y="26128"/>
                </a:lnTo>
                <a:lnTo>
                  <a:pt x="2153910" y="26334"/>
                </a:lnTo>
                <a:lnTo>
                  <a:pt x="2163967" y="21558"/>
                </a:lnTo>
                <a:cubicBezTo>
                  <a:pt x="2201474" y="7676"/>
                  <a:pt x="2242712" y="0"/>
                  <a:pt x="2285998" y="0"/>
                </a:cubicBezTo>
                <a:close/>
              </a:path>
            </a:pathLst>
          </a:custGeom>
          <a:solidFill>
            <a:srgbClr val="548235"/>
          </a:solidFill>
          <a:ln>
            <a:solidFill>
              <a:srgbClr val="5482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32AC69-CC5A-68E1-2260-D77A956F71E4}"/>
              </a:ext>
            </a:extLst>
          </p:cNvPr>
          <p:cNvCxnSpPr/>
          <p:nvPr/>
        </p:nvCxnSpPr>
        <p:spPr>
          <a:xfrm>
            <a:off x="-5664" y="2803895"/>
            <a:ext cx="251999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11" name="Picture 8" descr="HD White Round Circle Phone Icon Transparent PNG">
            <a:extLst>
              <a:ext uri="{FF2B5EF4-FFF2-40B4-BE49-F238E27FC236}">
                <a16:creationId xmlns:a16="http://schemas.microsoft.com/office/drawing/2014/main" id="{23470E0E-C828-9D68-7F1E-909B5787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000" b="95417" l="5625" r="94167">
                        <a14:foregroundMark x1="30966" y1="6868" x2="43333" y2="3333"/>
                        <a14:foregroundMark x1="43333" y1="3333" x2="55417" y2="3125"/>
                        <a14:foregroundMark x1="55417" y1="3125" x2="72634" y2="8803"/>
                        <a14:foregroundMark x1="68958" y1="7083" x2="63542" y2="4792"/>
                        <a14:foregroundMark x1="63542" y1="4792" x2="43958" y2="5000"/>
                        <a14:foregroundMark x1="43958" y1="5000" x2="37083" y2="6250"/>
                        <a14:foregroundMark x1="9375" y1="26458" x2="5417" y2="47292"/>
                        <a14:foregroundMark x1="5417" y1="47292" x2="5833" y2="58958"/>
                        <a14:foregroundMark x1="5833" y1="58958" x2="10208" y2="71458"/>
                        <a14:foregroundMark x1="10208" y1="71458" x2="10833" y2="72083"/>
                        <a14:foregroundMark x1="89583" y1="73958" x2="94222" y2="53792"/>
                        <a14:foregroundMark x1="94035" y1="50203" x2="92292" y2="35208"/>
                        <a14:foregroundMark x1="92292" y1="35208" x2="88958" y2="26458"/>
                        <a14:foregroundMark x1="95417" y1="39583" x2="96170" y2="44642"/>
                        <a14:foregroundMark x1="94762" y1="61241" x2="94167" y2="64583"/>
                        <a14:foregroundMark x1="94167" y1="64583" x2="93958" y2="65000"/>
                        <a14:foregroundMark x1="25417" y1="90208" x2="49375" y2="96667"/>
                        <a14:foregroundMark x1="49375" y1="96667" x2="61667" y2="95417"/>
                        <a14:foregroundMark x1="61667" y1="95417" x2="77708" y2="86667"/>
                        <a14:foregroundMark x1="77708" y1="86667" x2="77708" y2="86667"/>
                        <a14:foregroundMark x1="30833" y1="7500" x2="25000" y2="10000"/>
                        <a14:foregroundMark x1="25000" y1="10000" x2="22083" y2="12917"/>
                        <a14:foregroundMark x1="78958" y1="13542" x2="73958" y2="9583"/>
                        <a14:foregroundMark x1="78542" y1="13125" x2="78542" y2="12917"/>
                        <a14:foregroundMark x1="78542" y1="12917" x2="77708" y2="11875"/>
                        <a14:foregroundMark x1="79792" y1="14792" x2="76458" y2="11667"/>
                        <a14:foregroundMark x1="76458" y1="11667" x2="76250" y2="11458"/>
                        <a14:foregroundMark x1="77292" y1="11250" x2="80833" y2="14583"/>
                        <a14:foregroundMark x1="80833" y1="14583" x2="80833" y2="14583"/>
                        <a14:foregroundMark x1="72292" y1="8542" x2="73542" y2="9792"/>
                        <a14:backgroundMark x1="30417" y1="6250" x2="29952" y2="6472"/>
                        <a14:backgroundMark x1="97292" y1="44583" x2="98125" y2="60625"/>
                        <a14:backgroundMark x1="98125" y1="60625" x2="96667" y2="6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2919" y="2999856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HD Letter Email Round White Icon PNG">
            <a:extLst>
              <a:ext uri="{FF2B5EF4-FFF2-40B4-BE49-F238E27FC236}">
                <a16:creationId xmlns:a16="http://schemas.microsoft.com/office/drawing/2014/main" id="{4681117E-6958-F7AE-FF98-E2AF8A15C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58" b="94565" l="6522" r="94429">
                        <a14:foregroundMark x1="13859" y1="21060" x2="34103" y2="9375"/>
                        <a14:foregroundMark x1="34103" y1="9375" x2="41033" y2="6929"/>
                        <a14:foregroundMark x1="41033" y1="6929" x2="48913" y2="6522"/>
                        <a14:foregroundMark x1="48913" y1="6522" x2="62364" y2="8016"/>
                        <a14:foregroundMark x1="62364" y1="8016" x2="73234" y2="13451"/>
                        <a14:foregroundMark x1="73234" y1="13451" x2="90082" y2="33832"/>
                        <a14:foregroundMark x1="90082" y1="33832" x2="93478" y2="53804"/>
                        <a14:foregroundMark x1="93478" y1="53804" x2="91712" y2="64402"/>
                        <a14:foregroundMark x1="91712" y1="64402" x2="88587" y2="71196"/>
                        <a14:foregroundMark x1="88587" y1="71196" x2="69565" y2="87228"/>
                        <a14:foregroundMark x1="69565" y1="87228" x2="59103" y2="91168"/>
                        <a14:foregroundMark x1="59103" y1="91168" x2="37228" y2="92799"/>
                        <a14:foregroundMark x1="37228" y1="92799" x2="25543" y2="86277"/>
                        <a14:foregroundMark x1="25543" y1="86277" x2="12228" y2="73098"/>
                        <a14:foregroundMark x1="12228" y1="73098" x2="8288" y2="65217"/>
                        <a14:foregroundMark x1="8288" y1="65217" x2="6522" y2="52853"/>
                        <a14:foregroundMark x1="6522" y1="52853" x2="12364" y2="28397"/>
                        <a14:foregroundMark x1="12364" y1="28397" x2="17799" y2="18342"/>
                        <a14:foregroundMark x1="17799" y1="18342" x2="19701" y2="16848"/>
                        <a14:foregroundMark x1="35190" y1="6522" x2="54891" y2="5842"/>
                        <a14:foregroundMark x1="54891" y1="5842" x2="59783" y2="6658"/>
                        <a14:foregroundMark x1="59783" y1="6658" x2="61685" y2="7473"/>
                        <a14:foregroundMark x1="92935" y1="37772" x2="93342" y2="43478"/>
                        <a14:foregroundMark x1="93342" y1="43478" x2="94022" y2="38587"/>
                        <a14:foregroundMark x1="94022" y1="38587" x2="94565" y2="54755"/>
                        <a14:foregroundMark x1="94565" y1="54755" x2="92255" y2="63587"/>
                        <a14:foregroundMark x1="63995" y1="92935" x2="43071" y2="94565"/>
                        <a14:foregroundMark x1="43071" y1="94565" x2="34647" y2="922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56979" y="3525598"/>
            <a:ext cx="432000" cy="43200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6" descr="Location Icon Circle Vector Art, Icons, and Graphics for Free Download">
            <a:extLst>
              <a:ext uri="{FF2B5EF4-FFF2-40B4-BE49-F238E27FC236}">
                <a16:creationId xmlns:a16="http://schemas.microsoft.com/office/drawing/2014/main" id="{C25E05DD-4A8B-9645-4291-EF34AB0962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t="18413" r="56410" b="20824"/>
          <a:stretch/>
        </p:blipFill>
        <p:spPr bwMode="auto">
          <a:xfrm flipH="1">
            <a:off x="1956982" y="4069446"/>
            <a:ext cx="396002" cy="391687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1CAAB27-4F01-BBDF-0AC8-3C3BEF52C202}"/>
              </a:ext>
            </a:extLst>
          </p:cNvPr>
          <p:cNvSpPr txBox="1"/>
          <p:nvPr/>
        </p:nvSpPr>
        <p:spPr>
          <a:xfrm flipH="1">
            <a:off x="56715" y="3044907"/>
            <a:ext cx="186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u-Arab-IQ" b="1" dirty="0">
                <a:solidFill>
                  <a:schemeClr val="bg1"/>
                </a:solidFill>
              </a:rPr>
              <a:t>٠٧٠٠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ku-Arab-IQ" b="1" dirty="0">
                <a:solidFill>
                  <a:schemeClr val="bg1"/>
                </a:solidFill>
              </a:rPr>
              <a:t>٠٠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042F6F-B216-4064-192A-E431660E35E8}"/>
              </a:ext>
            </a:extLst>
          </p:cNvPr>
          <p:cNvSpPr txBox="1"/>
          <p:nvPr/>
        </p:nvSpPr>
        <p:spPr>
          <a:xfrm flipH="1">
            <a:off x="20281" y="3488654"/>
            <a:ext cx="1919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email@example.com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1AD09DD-2D5A-2A6F-090A-B012CF2FBD0E}"/>
              </a:ext>
            </a:extLst>
          </p:cNvPr>
          <p:cNvCxnSpPr/>
          <p:nvPr/>
        </p:nvCxnSpPr>
        <p:spPr>
          <a:xfrm>
            <a:off x="-5772" y="5595638"/>
            <a:ext cx="251999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9ACCA1B-5D4E-AB11-4B6A-0B18E1E86D57}"/>
              </a:ext>
            </a:extLst>
          </p:cNvPr>
          <p:cNvSpPr txBox="1"/>
          <p:nvPr/>
        </p:nvSpPr>
        <p:spPr>
          <a:xfrm flipH="1">
            <a:off x="-2" y="5152148"/>
            <a:ext cx="2443076" cy="46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شارەزایی</a:t>
            </a:r>
            <a:endParaRPr lang="en-GB" sz="240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141ACB8-AA0C-7248-DC0A-2C2BEC519D70}"/>
              </a:ext>
            </a:extLst>
          </p:cNvPr>
          <p:cNvGrpSpPr/>
          <p:nvPr/>
        </p:nvGrpSpPr>
        <p:grpSpPr>
          <a:xfrm flipH="1">
            <a:off x="301059" y="5726927"/>
            <a:ext cx="1930709" cy="307777"/>
            <a:chOff x="4376242" y="6525044"/>
            <a:chExt cx="1930709" cy="307776"/>
          </a:xfrm>
          <a:solidFill>
            <a:schemeClr val="accent6">
              <a:lumMod val="50000"/>
            </a:schemeClr>
          </a:solidFill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C0A7535-2B0F-9FBC-963E-96FDDD9CA481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FAEBECD-19B9-AB49-C588-9BC01852CC80}"/>
                </a:ext>
              </a:extLst>
            </p:cNvPr>
            <p:cNvSpPr txBox="1"/>
            <p:nvPr/>
          </p:nvSpPr>
          <p:spPr>
            <a:xfrm>
              <a:off x="4812438" y="6525044"/>
              <a:ext cx="1127964" cy="30777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Word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79C0E45-E003-6D2E-E8E0-5B0C4FB5A0FE}"/>
              </a:ext>
            </a:extLst>
          </p:cNvPr>
          <p:cNvGrpSpPr/>
          <p:nvPr/>
        </p:nvGrpSpPr>
        <p:grpSpPr>
          <a:xfrm flipH="1">
            <a:off x="296449" y="6215047"/>
            <a:ext cx="1930709" cy="307777"/>
            <a:chOff x="4376242" y="6541373"/>
            <a:chExt cx="1930709" cy="307775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781D41-87DA-E3C6-5889-02E123FCFDC7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D3BA36E-C68A-9E88-8B41-852B68A6C764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Power Point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F2CFE94-4350-C8F1-9D46-BE4113C36899}"/>
              </a:ext>
            </a:extLst>
          </p:cNvPr>
          <p:cNvGrpSpPr/>
          <p:nvPr/>
        </p:nvGrpSpPr>
        <p:grpSpPr>
          <a:xfrm flipH="1">
            <a:off x="298493" y="6711417"/>
            <a:ext cx="1930709" cy="307777"/>
            <a:chOff x="4376242" y="6541373"/>
            <a:chExt cx="1930709" cy="307776"/>
          </a:xfrm>
          <a:solidFill>
            <a:schemeClr val="accent6">
              <a:lumMod val="50000"/>
            </a:schemeClr>
          </a:solidFill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FBA8444-D743-6F63-3F31-0F778ED7E782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71E3AE-C1AD-E498-F3B0-FB22CE6B14D7}"/>
                </a:ext>
              </a:extLst>
            </p:cNvPr>
            <p:cNvSpPr txBox="1"/>
            <p:nvPr/>
          </p:nvSpPr>
          <p:spPr>
            <a:xfrm>
              <a:off x="4812438" y="6541373"/>
              <a:ext cx="1127964" cy="30777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Excel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95C67C8-D5D0-4CBA-53EB-294BF884E0EB}"/>
              </a:ext>
            </a:extLst>
          </p:cNvPr>
          <p:cNvGrpSpPr/>
          <p:nvPr/>
        </p:nvGrpSpPr>
        <p:grpSpPr>
          <a:xfrm flipH="1">
            <a:off x="301059" y="7194334"/>
            <a:ext cx="1930709" cy="307777"/>
            <a:chOff x="4376242" y="6545949"/>
            <a:chExt cx="1930709" cy="307776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0AC6EF9-D693-CB2A-B518-DC566327F411}"/>
                </a:ext>
              </a:extLst>
            </p:cNvPr>
            <p:cNvCxnSpPr/>
            <p:nvPr/>
          </p:nvCxnSpPr>
          <p:spPr>
            <a:xfrm flipH="1">
              <a:off x="4376242" y="6699838"/>
              <a:ext cx="193070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4A20BF-411D-A89C-3846-0006B05A1105}"/>
                </a:ext>
              </a:extLst>
            </p:cNvPr>
            <p:cNvSpPr txBox="1"/>
            <p:nvPr/>
          </p:nvSpPr>
          <p:spPr>
            <a:xfrm>
              <a:off x="4742609" y="6545949"/>
              <a:ext cx="1224000" cy="30777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Windows 10,7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3C85465-9978-0043-31A0-1E1B47BB683B}"/>
              </a:ext>
            </a:extLst>
          </p:cNvPr>
          <p:cNvGrpSpPr/>
          <p:nvPr/>
        </p:nvGrpSpPr>
        <p:grpSpPr>
          <a:xfrm flipH="1">
            <a:off x="157716" y="5987332"/>
            <a:ext cx="2160721" cy="196028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16625D5-5BA2-7EA1-399C-92B3A2F468D1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C85E403-0051-1625-7C3C-D80DBED9C1FF}"/>
                </a:ext>
              </a:extLst>
            </p:cNvPr>
            <p:cNvCxnSpPr>
              <a:cxnSpLocks/>
            </p:cNvCxnSpPr>
            <p:nvPr/>
          </p:nvCxnSpPr>
          <p:spPr>
            <a:xfrm>
              <a:off x="-4039083" y="5770376"/>
              <a:ext cx="7942860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0F5320C-0638-A2AF-9ED7-85007BBD7E5F}"/>
                </a:ext>
              </a:extLst>
            </p:cNvPr>
            <p:cNvCxnSpPr>
              <a:cxnSpLocks/>
            </p:cNvCxnSpPr>
            <p:nvPr/>
          </p:nvCxnSpPr>
          <p:spPr>
            <a:xfrm>
              <a:off x="4157218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0268876-DF22-9793-6BC5-28A484F3F4DC}"/>
              </a:ext>
            </a:extLst>
          </p:cNvPr>
          <p:cNvGrpSpPr/>
          <p:nvPr/>
        </p:nvGrpSpPr>
        <p:grpSpPr>
          <a:xfrm flipH="1">
            <a:off x="149968" y="6476606"/>
            <a:ext cx="2160724" cy="196028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5E83BD1-8607-0778-32CE-C8B142511A30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2230B633-B6E3-1596-97A4-960AC8CFC7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3994552" y="5770376"/>
              <a:ext cx="7777377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DA28E29-2CCD-4939-882B-A9F4CF891D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5012" y="5758619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60DF7D3-A942-9A03-1DCC-C8DE8660B286}"/>
              </a:ext>
            </a:extLst>
          </p:cNvPr>
          <p:cNvGrpSpPr/>
          <p:nvPr/>
        </p:nvGrpSpPr>
        <p:grpSpPr>
          <a:xfrm flipH="1">
            <a:off x="149971" y="7467086"/>
            <a:ext cx="2160721" cy="196028"/>
            <a:chOff x="-4590298" y="5333690"/>
            <a:chExt cx="9931894" cy="873368"/>
          </a:xfrm>
          <a:solidFill>
            <a:schemeClr val="accent6">
              <a:lumMod val="50000"/>
            </a:schemeClr>
          </a:solidFill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CD14DD1-2642-A529-06CE-73BB9D08160E}"/>
                </a:ext>
              </a:extLst>
            </p:cNvPr>
            <p:cNvSpPr/>
            <p:nvPr/>
          </p:nvSpPr>
          <p:spPr>
            <a:xfrm>
              <a:off x="-4590298" y="5333690"/>
              <a:ext cx="9931894" cy="873368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bg1"/>
                </a:solidFill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131E01C-F884-916C-6BFE-E8AE0206DD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096710" y="5770376"/>
              <a:ext cx="761190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F2FD731-169B-CE81-E1B2-940C9D49F9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2499" y="5768492"/>
              <a:ext cx="395998" cy="0"/>
            </a:xfrm>
            <a:prstGeom prst="line">
              <a:avLst/>
            </a:prstGeom>
            <a:grpFill/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04BBCE6-D7C1-5626-04DF-A0C019EDDEB9}"/>
              </a:ext>
            </a:extLst>
          </p:cNvPr>
          <p:cNvCxnSpPr/>
          <p:nvPr/>
        </p:nvCxnSpPr>
        <p:spPr>
          <a:xfrm>
            <a:off x="-4204" y="8443211"/>
            <a:ext cx="251999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9800505-88E6-2F23-7E90-5D6C89E21F91}"/>
              </a:ext>
            </a:extLst>
          </p:cNvPr>
          <p:cNvSpPr txBox="1"/>
          <p:nvPr/>
        </p:nvSpPr>
        <p:spPr>
          <a:xfrm flipH="1">
            <a:off x="1" y="7994659"/>
            <a:ext cx="2436615" cy="46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ئاستی زمان</a:t>
            </a:r>
            <a:endParaRPr lang="en-GB" sz="240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pic>
        <p:nvPicPr>
          <p:cNvPr id="61" name="Picture 4" descr="Date of birth - Free user icons">
            <a:extLst>
              <a:ext uri="{FF2B5EF4-FFF2-40B4-BE49-F238E27FC236}">
                <a16:creationId xmlns:a16="http://schemas.microsoft.com/office/drawing/2014/main" id="{27EF712C-4E9E-5C79-C5FD-F95888EF1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6041" y="4627509"/>
            <a:ext cx="324000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0595E23F-2352-4804-ADF7-0F7CE023EE75}"/>
              </a:ext>
            </a:extLst>
          </p:cNvPr>
          <p:cNvSpPr txBox="1"/>
          <p:nvPr/>
        </p:nvSpPr>
        <p:spPr>
          <a:xfrm flipH="1">
            <a:off x="120132" y="4618616"/>
            <a:ext cx="18363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ku-Arab-IQ" sz="1400" dirty="0">
                <a:solidFill>
                  <a:schemeClr val="bg1"/>
                </a:solidFill>
              </a:rPr>
              <a:t>ڕۆژ / مانگ / ساڵ</a:t>
            </a:r>
            <a:endParaRPr lang="en-GB" sz="140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C310BB-8FBB-E3B9-C4A2-774F1D2A2FB6}"/>
              </a:ext>
            </a:extLst>
          </p:cNvPr>
          <p:cNvSpPr txBox="1"/>
          <p:nvPr/>
        </p:nvSpPr>
        <p:spPr>
          <a:xfrm flipH="1">
            <a:off x="2" y="8465965"/>
            <a:ext cx="2436612" cy="129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3" indent="-285743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dirty="0">
                <a:solidFill>
                  <a:schemeClr val="bg1"/>
                </a:solidFill>
              </a:rPr>
              <a:t>کوردی: </a:t>
            </a:r>
            <a:r>
              <a:rPr lang="ku-Arab-IQ" dirty="0">
                <a:solidFill>
                  <a:schemeClr val="bg1"/>
                </a:solidFill>
              </a:rPr>
              <a:t>زمانی</a:t>
            </a:r>
            <a:r>
              <a:rPr lang="ku-Arab-IQ" b="1" dirty="0">
                <a:solidFill>
                  <a:schemeClr val="bg1"/>
                </a:solidFill>
              </a:rPr>
              <a:t> </a:t>
            </a:r>
            <a:r>
              <a:rPr lang="ku-Arab-IQ" dirty="0">
                <a:solidFill>
                  <a:schemeClr val="bg1"/>
                </a:solidFill>
              </a:rPr>
              <a:t>دایك</a:t>
            </a:r>
          </a:p>
          <a:p>
            <a:pPr marL="285743" indent="-285743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dirty="0">
                <a:solidFill>
                  <a:schemeClr val="bg1"/>
                </a:solidFill>
              </a:rPr>
              <a:t>عەرەبی: </a:t>
            </a:r>
            <a:r>
              <a:rPr lang="ku-Arab-IQ" dirty="0">
                <a:solidFill>
                  <a:schemeClr val="bg1"/>
                </a:solidFill>
              </a:rPr>
              <a:t>زۆر باش</a:t>
            </a:r>
          </a:p>
          <a:p>
            <a:pPr marL="285743" indent="-285743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ku-Arab-IQ" b="1" dirty="0">
                <a:solidFill>
                  <a:schemeClr val="bg1"/>
                </a:solidFill>
              </a:rPr>
              <a:t>ئینگلیزی: </a:t>
            </a:r>
            <a:r>
              <a:rPr lang="ku-Arab-IQ" dirty="0">
                <a:solidFill>
                  <a:schemeClr val="bg1"/>
                </a:solidFill>
              </a:rPr>
              <a:t>زۆرباش</a:t>
            </a:r>
            <a:endParaRPr lang="en-GB" b="1" dirty="0">
              <a:solidFill>
                <a:schemeClr val="bg1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6CB57E0-B395-C123-0CDC-90147F8E6A54}"/>
              </a:ext>
            </a:extLst>
          </p:cNvPr>
          <p:cNvGrpSpPr/>
          <p:nvPr/>
        </p:nvGrpSpPr>
        <p:grpSpPr>
          <a:xfrm flipH="1">
            <a:off x="146292" y="6959478"/>
            <a:ext cx="2160721" cy="196028"/>
            <a:chOff x="4478796" y="6959478"/>
            <a:chExt cx="2160722" cy="196029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126E9F7-5507-6C22-40F9-10190866C8A2}"/>
                </a:ext>
              </a:extLst>
            </p:cNvPr>
            <p:cNvSpPr/>
            <p:nvPr/>
          </p:nvSpPr>
          <p:spPr>
            <a:xfrm>
              <a:off x="4478796" y="6959478"/>
              <a:ext cx="2160722" cy="196029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aseline="-25000" dirty="0">
                <a:solidFill>
                  <a:schemeClr val="bg1"/>
                </a:solidFill>
              </a:endParaRP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C0A695C-4755-D44D-4780-2CD9C9D0FC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95703" y="7060424"/>
              <a:ext cx="1692000" cy="0"/>
            </a:xfrm>
            <a:prstGeom prst="line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B700FEC-2ACE-2B80-A19D-EBD572D70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3445" y="7057785"/>
              <a:ext cx="86151" cy="0"/>
            </a:xfrm>
            <a:prstGeom prst="line">
              <a:avLst/>
            </a:prstGeom>
            <a:solidFill>
              <a:schemeClr val="accent6">
                <a:lumMod val="50000"/>
              </a:schemeClr>
            </a:solidFill>
            <a:ln w="57150">
              <a:solidFill>
                <a:schemeClr val="bg1"/>
              </a:solidFill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54A33472-23E0-DA1F-E8C0-F613EC42981D}"/>
              </a:ext>
            </a:extLst>
          </p:cNvPr>
          <p:cNvSpPr txBox="1"/>
          <p:nvPr/>
        </p:nvSpPr>
        <p:spPr>
          <a:xfrm flipH="1">
            <a:off x="2" y="2362367"/>
            <a:ext cx="2436615" cy="46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u-Arab-IQ" sz="2401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ikurd Goran" panose="020B0604030504040204" pitchFamily="34" charset="-78"/>
                <a:cs typeface="Unikurd Goran" panose="020B0604030504040204" pitchFamily="34" charset="-78"/>
              </a:rPr>
              <a:t>زانیاری کەسی</a:t>
            </a:r>
            <a:endParaRPr lang="en-GB" sz="2401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Unikurd Goran" panose="020B0604030504040204" pitchFamily="34" charset="-78"/>
              <a:cs typeface="Unikurd Goran" panose="020B0604030504040204" pitchFamily="34" charset="-78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206F8B2-AAA2-6026-9967-08D8DBD637B0}"/>
              </a:ext>
            </a:extLst>
          </p:cNvPr>
          <p:cNvSpPr txBox="1"/>
          <p:nvPr/>
        </p:nvSpPr>
        <p:spPr>
          <a:xfrm flipH="1">
            <a:off x="20280" y="4119381"/>
            <a:ext cx="193823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sz="1300" b="1" dirty="0">
                <a:solidFill>
                  <a:schemeClr val="bg1"/>
                </a:solidFill>
              </a:rPr>
              <a:t>شار/ پارێزگا/ کوردستان/ عێڕاق</a:t>
            </a:r>
            <a:endParaRPr lang="en-GB" sz="1300" b="1" dirty="0">
              <a:solidFill>
                <a:schemeClr val="bg1"/>
              </a:solidFill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3E162CE-096F-4C81-A300-1F2E8DE5BB68}"/>
              </a:ext>
            </a:extLst>
          </p:cNvPr>
          <p:cNvGrpSpPr/>
          <p:nvPr/>
        </p:nvGrpSpPr>
        <p:grpSpPr>
          <a:xfrm flipH="1">
            <a:off x="2813322" y="2825097"/>
            <a:ext cx="3910783" cy="369332"/>
            <a:chOff x="157951" y="2376400"/>
            <a:chExt cx="3910782" cy="456719"/>
          </a:xfrm>
          <a:solidFill>
            <a:schemeClr val="accent6">
              <a:lumMod val="50000"/>
            </a:schemeClr>
          </a:solidFill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24BA621-FB91-47EA-BE99-7B7DE5F0C941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08084EE-82A0-423C-8F4B-8CE3477BAE19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Hexagon 119">
                <a:extLst>
                  <a:ext uri="{FF2B5EF4-FFF2-40B4-BE49-F238E27FC236}">
                    <a16:creationId xmlns:a16="http://schemas.microsoft.com/office/drawing/2014/main" id="{2222FF41-7810-40A7-9F00-800AAE4CA1F8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40559018-0F87-438F-9368-0734E54F9036}"/>
                  </a:ext>
                </a:extLst>
              </p:cNvPr>
              <p:cNvCxnSpPr>
                <a:cxnSpLocks/>
                <a:stCxn id="120" idx="3"/>
                <a:endCxn id="122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05B19C63-6C02-4B7D-A163-B84DECC2125F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57A0E80-596F-4B4D-A373-6BFD2C5A435C}"/>
                </a:ext>
              </a:extLst>
            </p:cNvPr>
            <p:cNvSpPr txBox="1"/>
            <p:nvPr/>
          </p:nvSpPr>
          <p:spPr>
            <a:xfrm>
              <a:off x="157951" y="2376400"/>
              <a:ext cx="1080817" cy="456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dirty="0">
                  <a:solidFill>
                    <a:schemeClr val="bg1"/>
                  </a:solidFill>
                </a:rPr>
                <a:t>کەسایەتی</a:t>
              </a:r>
              <a:endParaRPr lang="en-GB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8E43BA-B670-FC39-9D23-9281E0D4776C}"/>
              </a:ext>
            </a:extLst>
          </p:cNvPr>
          <p:cNvSpPr/>
          <p:nvPr/>
        </p:nvSpPr>
        <p:spPr>
          <a:xfrm flipH="1">
            <a:off x="2436617" y="7019220"/>
            <a:ext cx="4421384" cy="28866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D6FD5B8-82BF-E03B-3FE3-12BECB55C289}"/>
              </a:ext>
            </a:extLst>
          </p:cNvPr>
          <p:cNvSpPr/>
          <p:nvPr/>
        </p:nvSpPr>
        <p:spPr>
          <a:xfrm flipH="1">
            <a:off x="6620314" y="3299909"/>
            <a:ext cx="108001" cy="10800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AA8C45F-81F8-C9C9-E9AB-8120A6D90F82}"/>
              </a:ext>
            </a:extLst>
          </p:cNvPr>
          <p:cNvGrpSpPr/>
          <p:nvPr/>
        </p:nvGrpSpPr>
        <p:grpSpPr>
          <a:xfrm flipH="1">
            <a:off x="2813319" y="4599839"/>
            <a:ext cx="3910783" cy="369332"/>
            <a:chOff x="157951" y="2376400"/>
            <a:chExt cx="3910782" cy="456719"/>
          </a:xfrm>
          <a:solidFill>
            <a:schemeClr val="accent6">
              <a:lumMod val="50000"/>
            </a:schemeClr>
          </a:solidFill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C1C3785-A58C-0155-D1EA-ADFDA3F41F53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C663C86D-6BCA-1414-086C-1C67B9645A16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Hexagon 83">
                <a:extLst>
                  <a:ext uri="{FF2B5EF4-FFF2-40B4-BE49-F238E27FC236}">
                    <a16:creationId xmlns:a16="http://schemas.microsoft.com/office/drawing/2014/main" id="{1906D66D-2C51-FCE5-7911-4A16743C5761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39E55A99-4A96-53EC-C011-D43CB6FC203F}"/>
                  </a:ext>
                </a:extLst>
              </p:cNvPr>
              <p:cNvCxnSpPr>
                <a:cxnSpLocks/>
                <a:stCxn id="84" idx="3"/>
                <a:endCxn id="86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9E4123FB-D274-B95F-091A-9D2B82A4BE0F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447594C7-D1B4-FE2D-1789-E7DA6352982F}"/>
                </a:ext>
              </a:extLst>
            </p:cNvPr>
            <p:cNvSpPr txBox="1"/>
            <p:nvPr/>
          </p:nvSpPr>
          <p:spPr>
            <a:xfrm>
              <a:off x="157951" y="2376400"/>
              <a:ext cx="1080817" cy="456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dirty="0">
                  <a:solidFill>
                    <a:schemeClr val="bg1"/>
                  </a:solidFill>
                </a:rPr>
                <a:t>بڕوانامە</a:t>
              </a:r>
              <a:endParaRPr lang="en-GB" sz="20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34F86C4-6033-861E-3CBD-1BC8F83F4DEA}"/>
              </a:ext>
            </a:extLst>
          </p:cNvPr>
          <p:cNvGrpSpPr/>
          <p:nvPr/>
        </p:nvGrpSpPr>
        <p:grpSpPr>
          <a:xfrm flipH="1">
            <a:off x="2813319" y="6265754"/>
            <a:ext cx="3910783" cy="369332"/>
            <a:chOff x="157951" y="2376400"/>
            <a:chExt cx="3910782" cy="456719"/>
          </a:xfrm>
          <a:solidFill>
            <a:schemeClr val="accent6">
              <a:lumMod val="50000"/>
            </a:schemeClr>
          </a:solidFill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9BF433FA-FADF-B412-B36E-DD875B320127}"/>
                </a:ext>
              </a:extLst>
            </p:cNvPr>
            <p:cNvGrpSpPr/>
            <p:nvPr/>
          </p:nvGrpSpPr>
          <p:grpSpPr>
            <a:xfrm flipH="1">
              <a:off x="157951" y="2429767"/>
              <a:ext cx="3910782" cy="392532"/>
              <a:chOff x="-7898748" y="2640827"/>
              <a:chExt cx="6856320" cy="738980"/>
            </a:xfrm>
            <a:grpFill/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C9804C9D-518F-21FB-3FE6-345FFDCE2789}"/>
                  </a:ext>
                </a:extLst>
              </p:cNvPr>
              <p:cNvSpPr/>
              <p:nvPr/>
            </p:nvSpPr>
            <p:spPr>
              <a:xfrm>
                <a:off x="-2587334" y="2640832"/>
                <a:ext cx="1544906" cy="7389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Hexagon 90">
                <a:extLst>
                  <a:ext uri="{FF2B5EF4-FFF2-40B4-BE49-F238E27FC236}">
                    <a16:creationId xmlns:a16="http://schemas.microsoft.com/office/drawing/2014/main" id="{00D7E3D9-3F3B-1539-FB5A-A6DEDE9FC67A}"/>
                  </a:ext>
                </a:extLst>
              </p:cNvPr>
              <p:cNvSpPr/>
              <p:nvPr/>
            </p:nvSpPr>
            <p:spPr>
              <a:xfrm>
                <a:off x="-2819425" y="2640827"/>
                <a:ext cx="357557" cy="738978"/>
              </a:xfrm>
              <a:prstGeom prst="hexagon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113176BE-AB32-996F-71F2-60479F34F28C}"/>
                  </a:ext>
                </a:extLst>
              </p:cNvPr>
              <p:cNvCxnSpPr>
                <a:cxnSpLocks/>
                <a:stCxn id="91" idx="3"/>
                <a:endCxn id="93" idx="6"/>
              </p:cNvCxnSpPr>
              <p:nvPr/>
            </p:nvCxnSpPr>
            <p:spPr>
              <a:xfrm flipH="1">
                <a:off x="-7709404" y="3010316"/>
                <a:ext cx="4889979" cy="22368"/>
              </a:xfrm>
              <a:prstGeom prst="line">
                <a:avLst/>
              </a:prstGeom>
              <a:grpFill/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AB3385B-85F6-BE1A-2E0A-ABA4D5337F25}"/>
                  </a:ext>
                </a:extLst>
              </p:cNvPr>
              <p:cNvSpPr/>
              <p:nvPr/>
            </p:nvSpPr>
            <p:spPr>
              <a:xfrm>
                <a:off x="-7898748" y="2906969"/>
                <a:ext cx="189344" cy="25142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1"/>
                <a:endParaRPr lang="en-GB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9030D29-AC59-3415-0D59-F72ECEAA80AC}"/>
                </a:ext>
              </a:extLst>
            </p:cNvPr>
            <p:cNvSpPr txBox="1"/>
            <p:nvPr/>
          </p:nvSpPr>
          <p:spPr>
            <a:xfrm>
              <a:off x="157951" y="2376400"/>
              <a:ext cx="1080817" cy="456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ku-Arab-IQ" b="1" dirty="0">
                  <a:solidFill>
                    <a:schemeClr val="bg1"/>
                  </a:solidFill>
                </a:rPr>
                <a:t>ئەزموون</a:t>
              </a:r>
              <a:endParaRPr lang="en-GB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E4F45DE6-DC8F-75DA-6D2D-7BC98CC6DC05}"/>
              </a:ext>
            </a:extLst>
          </p:cNvPr>
          <p:cNvSpPr txBox="1"/>
          <p:nvPr/>
        </p:nvSpPr>
        <p:spPr>
          <a:xfrm>
            <a:off x="2813317" y="3169244"/>
            <a:ext cx="38069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891D8559-D952-4169-7A16-12ED3A34C872}"/>
              </a:ext>
            </a:extLst>
          </p:cNvPr>
          <p:cNvSpPr/>
          <p:nvPr/>
        </p:nvSpPr>
        <p:spPr>
          <a:xfrm flipH="1">
            <a:off x="6620314" y="5098225"/>
            <a:ext cx="108001" cy="10800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80AC846-4C3D-F1D5-6998-BC67930546D3}"/>
              </a:ext>
            </a:extLst>
          </p:cNvPr>
          <p:cNvSpPr txBox="1"/>
          <p:nvPr/>
        </p:nvSpPr>
        <p:spPr>
          <a:xfrm>
            <a:off x="2813317" y="4967560"/>
            <a:ext cx="38069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09E4F720-A7B2-59C1-914E-F1BBE3883685}"/>
              </a:ext>
            </a:extLst>
          </p:cNvPr>
          <p:cNvSpPr/>
          <p:nvPr/>
        </p:nvSpPr>
        <p:spPr>
          <a:xfrm flipH="1">
            <a:off x="6620314" y="6764929"/>
            <a:ext cx="108001" cy="10800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4314CDA-C915-2DE1-2327-CB8313684693}"/>
              </a:ext>
            </a:extLst>
          </p:cNvPr>
          <p:cNvSpPr txBox="1"/>
          <p:nvPr/>
        </p:nvSpPr>
        <p:spPr>
          <a:xfrm>
            <a:off x="2813317" y="6634266"/>
            <a:ext cx="38069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ku-Arab-IQ" dirty="0"/>
              <a:t>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5F81173-75AD-3F5E-398F-F61E49EA54E7}"/>
              </a:ext>
            </a:extLst>
          </p:cNvPr>
          <p:cNvSpPr/>
          <p:nvPr/>
        </p:nvSpPr>
        <p:spPr>
          <a:xfrm>
            <a:off x="4566507" y="490123"/>
            <a:ext cx="2016000" cy="2160000"/>
          </a:xfrm>
          <a:custGeom>
            <a:avLst/>
            <a:gdLst>
              <a:gd name="connsiteX0" fmla="*/ 2285998 w 4571999"/>
              <a:gd name="connsiteY0" fmla="*/ 0 h 4945896"/>
              <a:gd name="connsiteX1" fmla="*/ 2461284 w 4571999"/>
              <a:gd name="connsiteY1" fmla="*/ 46850 h 4945896"/>
              <a:gd name="connsiteX2" fmla="*/ 2464999 w 4571999"/>
              <a:gd name="connsiteY2" fmla="*/ 49532 h 4945896"/>
              <a:gd name="connsiteX3" fmla="*/ 4354151 w 4571999"/>
              <a:gd name="connsiteY3" fmla="*/ 994109 h 4945896"/>
              <a:gd name="connsiteX4" fmla="*/ 4380522 w 4571999"/>
              <a:gd name="connsiteY4" fmla="*/ 1001272 h 4945896"/>
              <a:gd name="connsiteX5" fmla="*/ 4571999 w 4571999"/>
              <a:gd name="connsiteY5" fmla="*/ 1254034 h 4945896"/>
              <a:gd name="connsiteX6" fmla="*/ 4571578 w 4571999"/>
              <a:gd name="connsiteY6" fmla="*/ 1257687 h 4945896"/>
              <a:gd name="connsiteX7" fmla="*/ 4571998 w 4571999"/>
              <a:gd name="connsiteY7" fmla="*/ 1257680 h 4945896"/>
              <a:gd name="connsiteX8" fmla="*/ 4571998 w 4571999"/>
              <a:gd name="connsiteY8" fmla="*/ 3683727 h 4945896"/>
              <a:gd name="connsiteX9" fmla="*/ 4571998 w 4571999"/>
              <a:gd name="connsiteY9" fmla="*/ 3711955 h 4945896"/>
              <a:gd name="connsiteX10" fmla="*/ 4570278 w 4571999"/>
              <a:gd name="connsiteY10" fmla="*/ 3711681 h 4945896"/>
              <a:gd name="connsiteX11" fmla="*/ 4569543 w 4571999"/>
              <a:gd name="connsiteY11" fmla="*/ 3705035 h 4945896"/>
              <a:gd name="connsiteX12" fmla="*/ 4565629 w 4571999"/>
              <a:gd name="connsiteY12" fmla="*/ 3739012 h 4945896"/>
              <a:gd name="connsiteX13" fmla="*/ 4433775 w 4571999"/>
              <a:gd name="connsiteY13" fmla="*/ 3911197 h 4945896"/>
              <a:gd name="connsiteX14" fmla="*/ 4423748 w 4571999"/>
              <a:gd name="connsiteY14" fmla="*/ 3915960 h 4945896"/>
              <a:gd name="connsiteX15" fmla="*/ 4424852 w 4571999"/>
              <a:gd name="connsiteY15" fmla="*/ 3919804 h 4945896"/>
              <a:gd name="connsiteX16" fmla="*/ 2457428 w 4571999"/>
              <a:gd name="connsiteY16" fmla="*/ 4903516 h 4945896"/>
              <a:gd name="connsiteX17" fmla="*/ 2455872 w 4571999"/>
              <a:gd name="connsiteY17" fmla="*/ 4901617 h 4945896"/>
              <a:gd name="connsiteX18" fmla="*/ 2408030 w 4571999"/>
              <a:gd name="connsiteY18" fmla="*/ 4924339 h 4945896"/>
              <a:gd name="connsiteX19" fmla="*/ 2285998 w 4571999"/>
              <a:gd name="connsiteY19" fmla="*/ 4945896 h 4945896"/>
              <a:gd name="connsiteX20" fmla="*/ 2163967 w 4571999"/>
              <a:gd name="connsiteY20" fmla="*/ 4924339 h 4945896"/>
              <a:gd name="connsiteX21" fmla="*/ 2130835 w 4571999"/>
              <a:gd name="connsiteY21" fmla="*/ 4908604 h 4945896"/>
              <a:gd name="connsiteX22" fmla="*/ 2129658 w 4571999"/>
              <a:gd name="connsiteY22" fmla="*/ 4911060 h 4945896"/>
              <a:gd name="connsiteX23" fmla="*/ 164748 w 4571999"/>
              <a:gd name="connsiteY23" fmla="*/ 3928605 h 4945896"/>
              <a:gd name="connsiteX24" fmla="*/ 168256 w 4571999"/>
              <a:gd name="connsiteY24" fmla="*/ 3923448 h 4945896"/>
              <a:gd name="connsiteX25" fmla="*/ 142460 w 4571999"/>
              <a:gd name="connsiteY25" fmla="*/ 3911197 h 4945896"/>
              <a:gd name="connsiteX26" fmla="*/ 10606 w 4571999"/>
              <a:gd name="connsiteY26" fmla="*/ 3739012 h 4945896"/>
              <a:gd name="connsiteX27" fmla="*/ 4618 w 4571999"/>
              <a:gd name="connsiteY27" fmla="*/ 3687036 h 4945896"/>
              <a:gd name="connsiteX28" fmla="*/ 4384 w 4571999"/>
              <a:gd name="connsiteY28" fmla="*/ 3687580 h 4945896"/>
              <a:gd name="connsiteX29" fmla="*/ 1924 w 4571999"/>
              <a:gd name="connsiteY29" fmla="*/ 3709829 h 4945896"/>
              <a:gd name="connsiteX30" fmla="*/ 0 w 4571999"/>
              <a:gd name="connsiteY30" fmla="*/ 3709969 h 4945896"/>
              <a:gd name="connsiteX31" fmla="*/ 0 w 4571999"/>
              <a:gd name="connsiteY31" fmla="*/ 1255257 h 4945896"/>
              <a:gd name="connsiteX32" fmla="*/ 2413 w 4571999"/>
              <a:gd name="connsiteY32" fmla="*/ 1255218 h 4945896"/>
              <a:gd name="connsiteX33" fmla="*/ 4385 w 4571999"/>
              <a:gd name="connsiteY33" fmla="*/ 1273046 h 4945896"/>
              <a:gd name="connsiteX34" fmla="*/ 7173 w 4571999"/>
              <a:gd name="connsiteY34" fmla="*/ 1279523 h 4945896"/>
              <a:gd name="connsiteX35" fmla="*/ 4237 w 4571999"/>
              <a:gd name="connsiteY35" fmla="*/ 1254034 h 4945896"/>
              <a:gd name="connsiteX36" fmla="*/ 195714 w 4571999"/>
              <a:gd name="connsiteY36" fmla="*/ 1001272 h 4945896"/>
              <a:gd name="connsiteX37" fmla="*/ 212806 w 4571999"/>
              <a:gd name="connsiteY37" fmla="*/ 996629 h 4945896"/>
              <a:gd name="connsiteX38" fmla="*/ 2106993 w 4571999"/>
              <a:gd name="connsiteY38" fmla="*/ 49535 h 4945896"/>
              <a:gd name="connsiteX39" fmla="*/ 2110713 w 4571999"/>
              <a:gd name="connsiteY39" fmla="*/ 46850 h 4945896"/>
              <a:gd name="connsiteX40" fmla="*/ 2143643 w 4571999"/>
              <a:gd name="connsiteY40" fmla="*/ 31210 h 4945896"/>
              <a:gd name="connsiteX41" fmla="*/ 2153806 w 4571999"/>
              <a:gd name="connsiteY41" fmla="*/ 26128 h 4945896"/>
              <a:gd name="connsiteX42" fmla="*/ 2153910 w 4571999"/>
              <a:gd name="connsiteY42" fmla="*/ 26334 h 4945896"/>
              <a:gd name="connsiteX43" fmla="*/ 2163967 w 4571999"/>
              <a:gd name="connsiteY43" fmla="*/ 21558 h 4945896"/>
              <a:gd name="connsiteX44" fmla="*/ 2285998 w 4571999"/>
              <a:gd name="connsiteY44" fmla="*/ 0 h 4945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4571999" h="4945896">
                <a:moveTo>
                  <a:pt x="2285998" y="0"/>
                </a:moveTo>
                <a:cubicBezTo>
                  <a:pt x="2350928" y="0"/>
                  <a:pt x="2411248" y="17271"/>
                  <a:pt x="2461284" y="46850"/>
                </a:cubicBezTo>
                <a:lnTo>
                  <a:pt x="2464999" y="49532"/>
                </a:lnTo>
                <a:lnTo>
                  <a:pt x="4354151" y="994109"/>
                </a:lnTo>
                <a:lnTo>
                  <a:pt x="4380522" y="1001272"/>
                </a:lnTo>
                <a:cubicBezTo>
                  <a:pt x="4493045" y="1042916"/>
                  <a:pt x="4571999" y="1140407"/>
                  <a:pt x="4571999" y="1254034"/>
                </a:cubicBezTo>
                <a:lnTo>
                  <a:pt x="4571578" y="1257687"/>
                </a:lnTo>
                <a:lnTo>
                  <a:pt x="4571998" y="1257680"/>
                </a:lnTo>
                <a:lnTo>
                  <a:pt x="4571998" y="3683727"/>
                </a:lnTo>
                <a:lnTo>
                  <a:pt x="4571998" y="3711955"/>
                </a:lnTo>
                <a:lnTo>
                  <a:pt x="4570278" y="3711681"/>
                </a:lnTo>
                <a:lnTo>
                  <a:pt x="4569543" y="3705035"/>
                </a:lnTo>
                <a:lnTo>
                  <a:pt x="4565629" y="3739012"/>
                </a:lnTo>
                <a:cubicBezTo>
                  <a:pt x="4548924" y="3810442"/>
                  <a:pt x="4500490" y="3871759"/>
                  <a:pt x="4433775" y="3911197"/>
                </a:cubicBezTo>
                <a:lnTo>
                  <a:pt x="4423748" y="3915960"/>
                </a:lnTo>
                <a:lnTo>
                  <a:pt x="4424852" y="3919804"/>
                </a:lnTo>
                <a:lnTo>
                  <a:pt x="2457428" y="4903516"/>
                </a:lnTo>
                <a:lnTo>
                  <a:pt x="2455872" y="4901617"/>
                </a:lnTo>
                <a:lnTo>
                  <a:pt x="2408030" y="4924339"/>
                </a:lnTo>
                <a:cubicBezTo>
                  <a:pt x="2370522" y="4938220"/>
                  <a:pt x="2329285" y="4945896"/>
                  <a:pt x="2285998" y="4945896"/>
                </a:cubicBezTo>
                <a:cubicBezTo>
                  <a:pt x="2242712" y="4945896"/>
                  <a:pt x="2201474" y="4938220"/>
                  <a:pt x="2163967" y="4924339"/>
                </a:cubicBezTo>
                <a:lnTo>
                  <a:pt x="2130835" y="4908604"/>
                </a:lnTo>
                <a:lnTo>
                  <a:pt x="2129658" y="4911060"/>
                </a:lnTo>
                <a:lnTo>
                  <a:pt x="164748" y="3928605"/>
                </a:lnTo>
                <a:lnTo>
                  <a:pt x="168256" y="3923448"/>
                </a:lnTo>
                <a:lnTo>
                  <a:pt x="142460" y="3911197"/>
                </a:lnTo>
                <a:cubicBezTo>
                  <a:pt x="75745" y="3871759"/>
                  <a:pt x="27311" y="3810442"/>
                  <a:pt x="10606" y="3739012"/>
                </a:cubicBezTo>
                <a:lnTo>
                  <a:pt x="4618" y="3687036"/>
                </a:lnTo>
                <a:lnTo>
                  <a:pt x="4384" y="3687580"/>
                </a:lnTo>
                <a:lnTo>
                  <a:pt x="1924" y="3709829"/>
                </a:lnTo>
                <a:lnTo>
                  <a:pt x="0" y="3709969"/>
                </a:lnTo>
                <a:lnTo>
                  <a:pt x="0" y="1255257"/>
                </a:lnTo>
                <a:lnTo>
                  <a:pt x="2413" y="1255218"/>
                </a:lnTo>
                <a:lnTo>
                  <a:pt x="4385" y="1273046"/>
                </a:lnTo>
                <a:lnTo>
                  <a:pt x="7173" y="1279523"/>
                </a:lnTo>
                <a:lnTo>
                  <a:pt x="4237" y="1254034"/>
                </a:lnTo>
                <a:cubicBezTo>
                  <a:pt x="4237" y="1140407"/>
                  <a:pt x="83191" y="1042916"/>
                  <a:pt x="195714" y="1001272"/>
                </a:cubicBezTo>
                <a:lnTo>
                  <a:pt x="212806" y="996629"/>
                </a:lnTo>
                <a:lnTo>
                  <a:pt x="2106993" y="49535"/>
                </a:lnTo>
                <a:lnTo>
                  <a:pt x="2110713" y="46850"/>
                </a:lnTo>
                <a:lnTo>
                  <a:pt x="2143643" y="31210"/>
                </a:lnTo>
                <a:lnTo>
                  <a:pt x="2153806" y="26128"/>
                </a:lnTo>
                <a:lnTo>
                  <a:pt x="2153910" y="26334"/>
                </a:lnTo>
                <a:lnTo>
                  <a:pt x="2163967" y="21558"/>
                </a:lnTo>
                <a:cubicBezTo>
                  <a:pt x="2201474" y="7676"/>
                  <a:pt x="2242712" y="0"/>
                  <a:pt x="2285998" y="0"/>
                </a:cubicBezTo>
                <a:close/>
              </a:path>
            </a:pathLst>
          </a:custGeom>
          <a:solidFill>
            <a:schemeClr val="bg2"/>
          </a:solidFill>
          <a:ln>
            <a:solidFill>
              <a:srgbClr val="54823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06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53</Words>
  <Application>Microsoft Office PowerPoint</Application>
  <PresentationFormat>A4 Paper (210x297 mm)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Unikurd Goran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 Nadir</dc:creator>
  <cp:lastModifiedBy>Ahmad Nadir</cp:lastModifiedBy>
  <cp:revision>1</cp:revision>
  <dcterms:created xsi:type="dcterms:W3CDTF">2026-07-09T03:20:23Z</dcterms:created>
  <dcterms:modified xsi:type="dcterms:W3CDTF">2026-07-09T03:25:56Z</dcterms:modified>
</cp:coreProperties>
</file>