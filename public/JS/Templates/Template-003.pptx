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731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0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6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8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6596-4A85-CFE0-ABF2-7C13FEDE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EE06EA9-BC0D-8E33-4747-0B136A9BD2FB}"/>
              </a:ext>
            </a:extLst>
          </p:cNvPr>
          <p:cNvSpPr/>
          <p:nvPr/>
        </p:nvSpPr>
        <p:spPr>
          <a:xfrm>
            <a:off x="0" y="0"/>
            <a:ext cx="6858000" cy="25543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6D78A2C-BF27-4255-511D-41737F28BAF8}"/>
              </a:ext>
            </a:extLst>
          </p:cNvPr>
          <p:cNvSpPr/>
          <p:nvPr/>
        </p:nvSpPr>
        <p:spPr>
          <a:xfrm>
            <a:off x="0" y="-1"/>
            <a:ext cx="4265160" cy="2657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6000" b="1" dirty="0">
                <a:solidFill>
                  <a:schemeClr val="bg1"/>
                </a:solidFill>
              </a:rPr>
              <a:t>نـاو بـاوك بـاپیـر</a:t>
            </a:r>
            <a:endParaRPr lang="en-US" sz="6000" b="1" dirty="0">
              <a:solidFill>
                <a:schemeClr val="bg1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FBE4BA-DD8F-DC9A-E603-8683ED34D14F}"/>
              </a:ext>
            </a:extLst>
          </p:cNvPr>
          <p:cNvGrpSpPr/>
          <p:nvPr/>
        </p:nvGrpSpPr>
        <p:grpSpPr>
          <a:xfrm flipH="1">
            <a:off x="4649837" y="6182551"/>
            <a:ext cx="1930709" cy="307777"/>
            <a:chOff x="4376242" y="6525044"/>
            <a:chExt cx="1930709" cy="307776"/>
          </a:xfrm>
          <a:solidFill>
            <a:schemeClr val="bg1"/>
          </a:solidFill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68148BE-EB01-D38C-61DB-723107AFBA00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5D8C5E9-26DD-AE7B-1C4E-0D7EB35392CB}"/>
                </a:ext>
              </a:extLst>
            </p:cNvPr>
            <p:cNvSpPr txBox="1"/>
            <p:nvPr/>
          </p:nvSpPr>
          <p:spPr>
            <a:xfrm>
              <a:off x="4812438" y="6525044"/>
              <a:ext cx="1127964" cy="307776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accent1">
                      <a:lumMod val="50000"/>
                    </a:schemeClr>
                  </a:solidFill>
                </a:rPr>
                <a:t>Word</a:t>
              </a:r>
              <a:endParaRPr lang="en-GB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4EEC781-D87A-F661-8B56-D872E7215FE0}"/>
              </a:ext>
            </a:extLst>
          </p:cNvPr>
          <p:cNvGrpSpPr/>
          <p:nvPr/>
        </p:nvGrpSpPr>
        <p:grpSpPr>
          <a:xfrm flipH="1">
            <a:off x="4645227" y="6670671"/>
            <a:ext cx="1930709" cy="307777"/>
            <a:chOff x="4376242" y="6541373"/>
            <a:chExt cx="1930709" cy="307775"/>
          </a:xfrm>
          <a:solidFill>
            <a:schemeClr val="bg1"/>
          </a:solidFill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E839786-7363-2E3E-6F9A-01247FB5F497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0A88486-EB82-DDAF-B14C-441440578EFE}"/>
                </a:ext>
              </a:extLst>
            </p:cNvPr>
            <p:cNvSpPr txBox="1"/>
            <p:nvPr/>
          </p:nvSpPr>
          <p:spPr>
            <a:xfrm>
              <a:off x="4812438" y="6541373"/>
              <a:ext cx="1127964" cy="307775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Power Point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78B2E34-0775-6C16-D1B6-B0E4B0CB9408}"/>
              </a:ext>
            </a:extLst>
          </p:cNvPr>
          <p:cNvGrpSpPr/>
          <p:nvPr/>
        </p:nvGrpSpPr>
        <p:grpSpPr>
          <a:xfrm flipH="1">
            <a:off x="4647271" y="7167041"/>
            <a:ext cx="1930709" cy="307777"/>
            <a:chOff x="4376242" y="6541373"/>
            <a:chExt cx="1930709" cy="307776"/>
          </a:xfrm>
          <a:solidFill>
            <a:schemeClr val="bg1"/>
          </a:solidFill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5E45B2A-0954-17F5-EF78-C040FB2C714A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C2541FF-AE5A-8E5E-3D88-C6509A5C881F}"/>
                </a:ext>
              </a:extLst>
            </p:cNvPr>
            <p:cNvSpPr txBox="1"/>
            <p:nvPr/>
          </p:nvSpPr>
          <p:spPr>
            <a:xfrm>
              <a:off x="4812438" y="6541373"/>
              <a:ext cx="1127964" cy="307776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Excel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F4197CB-7F18-2B54-A585-4035D3FF49F0}"/>
              </a:ext>
            </a:extLst>
          </p:cNvPr>
          <p:cNvGrpSpPr/>
          <p:nvPr/>
        </p:nvGrpSpPr>
        <p:grpSpPr>
          <a:xfrm flipH="1">
            <a:off x="4649837" y="7649958"/>
            <a:ext cx="1930709" cy="307777"/>
            <a:chOff x="4376242" y="6545949"/>
            <a:chExt cx="1930709" cy="307776"/>
          </a:xfrm>
          <a:solidFill>
            <a:schemeClr val="bg1"/>
          </a:solidFill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084ADB8-0EEE-610E-9037-EBCA40A4B75C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25D9ABE-9500-E326-6D31-E5E31630B399}"/>
                </a:ext>
              </a:extLst>
            </p:cNvPr>
            <p:cNvSpPr txBox="1"/>
            <p:nvPr/>
          </p:nvSpPr>
          <p:spPr>
            <a:xfrm>
              <a:off x="4742609" y="6545949"/>
              <a:ext cx="1224000" cy="307776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Windows 10,7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A4BE5B6-2E9E-12E9-548F-B6EC3EB5E679}"/>
              </a:ext>
            </a:extLst>
          </p:cNvPr>
          <p:cNvGrpSpPr/>
          <p:nvPr/>
        </p:nvGrpSpPr>
        <p:grpSpPr>
          <a:xfrm>
            <a:off x="4506494" y="6442956"/>
            <a:ext cx="2160721" cy="196028"/>
            <a:chOff x="-4590298" y="5333690"/>
            <a:chExt cx="9931894" cy="873368"/>
          </a:xfrm>
          <a:solidFill>
            <a:schemeClr val="bg1"/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081BFCC-0812-81FB-959D-070BB884C397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75D4494-B655-021A-73AA-051C32293EE9}"/>
                </a:ext>
              </a:extLst>
            </p:cNvPr>
            <p:cNvCxnSpPr>
              <a:cxnSpLocks/>
            </p:cNvCxnSpPr>
            <p:nvPr/>
          </p:nvCxnSpPr>
          <p:spPr>
            <a:xfrm>
              <a:off x="-4039083" y="5770376"/>
              <a:ext cx="7942860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745BBCD-03C6-DC1A-9F1D-F1FA0BBD74EF}"/>
                </a:ext>
              </a:extLst>
            </p:cNvPr>
            <p:cNvCxnSpPr>
              <a:cxnSpLocks/>
            </p:cNvCxnSpPr>
            <p:nvPr/>
          </p:nvCxnSpPr>
          <p:spPr>
            <a:xfrm>
              <a:off x="4157218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93E22CF-7BC2-8C33-DDE8-FD49B1B8877F}"/>
              </a:ext>
            </a:extLst>
          </p:cNvPr>
          <p:cNvGrpSpPr/>
          <p:nvPr/>
        </p:nvGrpSpPr>
        <p:grpSpPr>
          <a:xfrm>
            <a:off x="4498746" y="6932230"/>
            <a:ext cx="2160724" cy="196028"/>
            <a:chOff x="-4590298" y="5333690"/>
            <a:chExt cx="9931894" cy="873368"/>
          </a:xfrm>
          <a:solidFill>
            <a:schemeClr val="bg1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52597D3-1AFE-EAA6-3349-B7F3EC06B6C9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B4322CD-6B09-3CA7-737B-2919767A45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94552" y="5770376"/>
              <a:ext cx="7777377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D3E7028-1766-1FE3-0680-8B036A02F3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5012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241CD30-CB0A-5271-DE7D-749EB32B85B2}"/>
              </a:ext>
            </a:extLst>
          </p:cNvPr>
          <p:cNvGrpSpPr/>
          <p:nvPr/>
        </p:nvGrpSpPr>
        <p:grpSpPr>
          <a:xfrm>
            <a:off x="4498749" y="7922710"/>
            <a:ext cx="2160721" cy="196028"/>
            <a:chOff x="-4590298" y="5333690"/>
            <a:chExt cx="9931894" cy="873368"/>
          </a:xfrm>
          <a:solidFill>
            <a:schemeClr val="bg1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FCFFF11-611A-6A07-88D5-3E2693C0BE16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F58725C-230F-9DE4-6DAF-283C0314C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96710" y="5770376"/>
              <a:ext cx="7611908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3B6F909-2E2D-987B-1888-1FC47D9FA0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2499" y="5768492"/>
              <a:ext cx="395998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90268F-C3E4-3FA2-9238-526E891A025E}"/>
              </a:ext>
            </a:extLst>
          </p:cNvPr>
          <p:cNvGrpSpPr/>
          <p:nvPr/>
        </p:nvGrpSpPr>
        <p:grpSpPr>
          <a:xfrm>
            <a:off x="4495070" y="7415102"/>
            <a:ext cx="2160721" cy="196028"/>
            <a:chOff x="4478796" y="6959478"/>
            <a:chExt cx="2160722" cy="196029"/>
          </a:xfrm>
          <a:solidFill>
            <a:schemeClr val="bg1"/>
          </a:solidFill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904403-2249-1363-FC02-AF6096744086}"/>
                </a:ext>
              </a:extLst>
            </p:cNvPr>
            <p:cNvSpPr/>
            <p:nvPr/>
          </p:nvSpPr>
          <p:spPr>
            <a:xfrm>
              <a:off x="4478796" y="6959478"/>
              <a:ext cx="2160722" cy="196029"/>
            </a:xfrm>
            <a:prstGeom prst="rect">
              <a:avLst/>
            </a:prstGeom>
            <a:grpFill/>
            <a:ln w="127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71FA2DC-18B7-F274-D2D0-22D186658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5703" y="7060424"/>
              <a:ext cx="1692000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2C6CAB5-47ED-6BD8-22C1-550FD45AC4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3445" y="7057785"/>
              <a:ext cx="86151" cy="0"/>
            </a:xfrm>
            <a:prstGeom prst="line">
              <a:avLst/>
            </a:prstGeom>
            <a:grp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0D909FE-88AC-B711-2B3F-DFB65C26A4EC}"/>
              </a:ext>
            </a:extLst>
          </p:cNvPr>
          <p:cNvSpPr/>
          <p:nvPr/>
        </p:nvSpPr>
        <p:spPr>
          <a:xfrm>
            <a:off x="4409580" y="129496"/>
            <a:ext cx="2304000" cy="230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8" descr="HD White Round Circle Phone Icon Transparent PNG">
            <a:extLst>
              <a:ext uri="{FF2B5EF4-FFF2-40B4-BE49-F238E27FC236}">
                <a16:creationId xmlns:a16="http://schemas.microsoft.com/office/drawing/2014/main" id="{C6E87289-31C0-F176-E158-7BD577D93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09870" y="3407299"/>
            <a:ext cx="432000" cy="432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</p:pic>
      <p:pic>
        <p:nvPicPr>
          <p:cNvPr id="26" name="Picture 10" descr="HD Letter Email Round White Icon PNG">
            <a:extLst>
              <a:ext uri="{FF2B5EF4-FFF2-40B4-BE49-F238E27FC236}">
                <a16:creationId xmlns:a16="http://schemas.microsoft.com/office/drawing/2014/main" id="{2554D6A5-95AE-51EB-286E-874F5B16B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13930" y="3933041"/>
            <a:ext cx="432000" cy="432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</p:pic>
      <p:pic>
        <p:nvPicPr>
          <p:cNvPr id="28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3ABFE1E9-52B4-60FA-5DDB-8DE02C2F7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 flipH="1">
            <a:off x="6313933" y="4476889"/>
            <a:ext cx="396002" cy="39168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8157EF8-8A04-B6CC-F326-BB041AB7C0A9}"/>
              </a:ext>
            </a:extLst>
          </p:cNvPr>
          <p:cNvSpPr txBox="1"/>
          <p:nvPr/>
        </p:nvSpPr>
        <p:spPr>
          <a:xfrm flipH="1">
            <a:off x="4413666" y="3452350"/>
            <a:ext cx="186820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ku-Arab-IQ" b="1" dirty="0">
                <a:solidFill>
                  <a:schemeClr val="accent1">
                    <a:lumMod val="50000"/>
                  </a:schemeClr>
                </a:solidFill>
              </a:rPr>
              <a:t>٠٧٠٠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u-Arab-IQ" b="1" dirty="0">
                <a:solidFill>
                  <a:schemeClr val="accent1">
                    <a:lumMod val="50000"/>
                  </a:schemeClr>
                </a:solidFill>
              </a:rPr>
              <a:t>٠٠٠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u-Arab-IQ" b="1" dirty="0">
                <a:solidFill>
                  <a:schemeClr val="accent1">
                    <a:lumMod val="50000"/>
                  </a:schemeClr>
                </a:solidFill>
              </a:rPr>
              <a:t>٠٠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u-Arab-IQ" b="1" dirty="0">
                <a:solidFill>
                  <a:schemeClr val="accent1">
                    <a:lumMod val="50000"/>
                  </a:schemeClr>
                </a:solidFill>
              </a:rPr>
              <a:t>٠٠</a:t>
            </a:r>
            <a:endParaRPr lang="en-GB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04B885-FC5E-BD9A-1065-C4FD827BC99D}"/>
              </a:ext>
            </a:extLst>
          </p:cNvPr>
          <p:cNvSpPr txBox="1"/>
          <p:nvPr/>
        </p:nvSpPr>
        <p:spPr>
          <a:xfrm flipH="1">
            <a:off x="4377231" y="4020364"/>
            <a:ext cx="191981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</a:rPr>
              <a:t>email@example.com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DB0BFC-DF1F-84B1-C087-03F50DE6B1BD}"/>
              </a:ext>
            </a:extLst>
          </p:cNvPr>
          <p:cNvSpPr txBox="1"/>
          <p:nvPr/>
        </p:nvSpPr>
        <p:spPr>
          <a:xfrm flipH="1">
            <a:off x="4477083" y="5026059"/>
            <a:ext cx="183631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ku-Arab-IQ" sz="1400" b="1" dirty="0">
                <a:solidFill>
                  <a:schemeClr val="accent1">
                    <a:lumMod val="50000"/>
                  </a:schemeClr>
                </a:solidFill>
              </a:rPr>
              <a:t>ڕۆژ / مانگ / ساڵ</a:t>
            </a:r>
            <a:endParaRPr lang="en-GB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74EED4-129A-E284-79B3-BAF52110531E}"/>
              </a:ext>
            </a:extLst>
          </p:cNvPr>
          <p:cNvSpPr txBox="1"/>
          <p:nvPr/>
        </p:nvSpPr>
        <p:spPr>
          <a:xfrm flipH="1">
            <a:off x="4377231" y="4526824"/>
            <a:ext cx="1938234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ku-Arab-IQ" sz="1300" b="1" dirty="0">
                <a:solidFill>
                  <a:schemeClr val="accent1">
                    <a:lumMod val="50000"/>
                  </a:schemeClr>
                </a:solidFill>
              </a:rPr>
              <a:t>شار/ پارێزگا/ کوردستان/ عێڕاق</a:t>
            </a:r>
            <a:endParaRPr lang="en-GB" sz="13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CDF823-2CF8-0DF3-7FAC-ED4E58A7DB83}"/>
              </a:ext>
            </a:extLst>
          </p:cNvPr>
          <p:cNvSpPr txBox="1"/>
          <p:nvPr/>
        </p:nvSpPr>
        <p:spPr>
          <a:xfrm>
            <a:off x="4767055" y="2723034"/>
            <a:ext cx="1636987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 rtl="1"/>
            <a:r>
              <a:rPr lang="ku-Arab-IQ" sz="2400" b="1" dirty="0">
                <a:solidFill>
                  <a:schemeClr val="accent1">
                    <a:lumMod val="50000"/>
                  </a:schemeClr>
                </a:solidFill>
              </a:rPr>
              <a:t>زانیاری کەسی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B87DDD-8E5F-5CBC-F98D-AC2E8327CC10}"/>
              </a:ext>
            </a:extLst>
          </p:cNvPr>
          <p:cNvCxnSpPr>
            <a:cxnSpLocks/>
          </p:cNvCxnSpPr>
          <p:nvPr/>
        </p:nvCxnSpPr>
        <p:spPr>
          <a:xfrm>
            <a:off x="4431231" y="2658291"/>
            <a:ext cx="2304000" cy="0"/>
          </a:xfrm>
          <a:prstGeom prst="line">
            <a:avLst/>
          </a:prstGeom>
          <a:ln w="63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B129BB-BD35-E101-960B-06B65D1DB209}"/>
              </a:ext>
            </a:extLst>
          </p:cNvPr>
          <p:cNvCxnSpPr>
            <a:cxnSpLocks/>
          </p:cNvCxnSpPr>
          <p:nvPr/>
        </p:nvCxnSpPr>
        <p:spPr>
          <a:xfrm>
            <a:off x="4431231" y="3251067"/>
            <a:ext cx="2304000" cy="0"/>
          </a:xfrm>
          <a:prstGeom prst="line">
            <a:avLst/>
          </a:prstGeom>
          <a:ln w="63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FF65166-CCFB-E3FC-A773-04F57E0FD209}"/>
              </a:ext>
            </a:extLst>
          </p:cNvPr>
          <p:cNvSpPr txBox="1"/>
          <p:nvPr/>
        </p:nvSpPr>
        <p:spPr>
          <a:xfrm>
            <a:off x="4767055" y="5595103"/>
            <a:ext cx="163698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 rtl="1"/>
            <a:r>
              <a:rPr lang="ku-Arab-IQ" sz="2400" b="1" dirty="0">
                <a:solidFill>
                  <a:schemeClr val="accent1">
                    <a:lumMod val="50000"/>
                  </a:schemeClr>
                </a:solidFill>
              </a:rPr>
              <a:t>زانیاری کەسی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7F5450-822D-0F99-34FD-7B3FBB5B1300}"/>
              </a:ext>
            </a:extLst>
          </p:cNvPr>
          <p:cNvCxnSpPr>
            <a:cxnSpLocks/>
          </p:cNvCxnSpPr>
          <p:nvPr/>
        </p:nvCxnSpPr>
        <p:spPr>
          <a:xfrm>
            <a:off x="4431231" y="5530360"/>
            <a:ext cx="2304000" cy="0"/>
          </a:xfrm>
          <a:prstGeom prst="line">
            <a:avLst/>
          </a:prstGeom>
          <a:ln w="63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C7F76B4-ACD5-F297-6238-3CA789BAEB94}"/>
              </a:ext>
            </a:extLst>
          </p:cNvPr>
          <p:cNvCxnSpPr>
            <a:cxnSpLocks/>
          </p:cNvCxnSpPr>
          <p:nvPr/>
        </p:nvCxnSpPr>
        <p:spPr>
          <a:xfrm>
            <a:off x="4431231" y="6123136"/>
            <a:ext cx="2304000" cy="0"/>
          </a:xfrm>
          <a:prstGeom prst="line">
            <a:avLst/>
          </a:prstGeom>
          <a:ln w="63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DD3ECFA-F05E-CA1A-20C0-067C30BC9EC8}"/>
              </a:ext>
            </a:extLst>
          </p:cNvPr>
          <p:cNvSpPr txBox="1"/>
          <p:nvPr/>
        </p:nvSpPr>
        <p:spPr>
          <a:xfrm>
            <a:off x="4767051" y="8370964"/>
            <a:ext cx="1636987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 rtl="1"/>
            <a:r>
              <a:rPr lang="ku-Arab-IQ" sz="2400" b="1" dirty="0">
                <a:solidFill>
                  <a:schemeClr val="accent1">
                    <a:lumMod val="50000"/>
                  </a:schemeClr>
                </a:solidFill>
              </a:rPr>
              <a:t>زانیاری کەسی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E800C4B-D6C4-E7A9-BD45-58EF861C2635}"/>
              </a:ext>
            </a:extLst>
          </p:cNvPr>
          <p:cNvCxnSpPr>
            <a:cxnSpLocks/>
          </p:cNvCxnSpPr>
          <p:nvPr/>
        </p:nvCxnSpPr>
        <p:spPr>
          <a:xfrm>
            <a:off x="4431227" y="8306221"/>
            <a:ext cx="2304000" cy="0"/>
          </a:xfrm>
          <a:prstGeom prst="line">
            <a:avLst/>
          </a:prstGeom>
          <a:ln w="63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0E6F4C0-0A43-63F0-7AB1-30E653A171A9}"/>
              </a:ext>
            </a:extLst>
          </p:cNvPr>
          <p:cNvCxnSpPr>
            <a:cxnSpLocks/>
          </p:cNvCxnSpPr>
          <p:nvPr/>
        </p:nvCxnSpPr>
        <p:spPr>
          <a:xfrm>
            <a:off x="4431227" y="8898997"/>
            <a:ext cx="2304000" cy="0"/>
          </a:xfrm>
          <a:prstGeom prst="line">
            <a:avLst/>
          </a:prstGeom>
          <a:ln w="63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7DA3048-228E-4AE2-E79C-8EC4C2591978}"/>
              </a:ext>
            </a:extLst>
          </p:cNvPr>
          <p:cNvSpPr txBox="1"/>
          <p:nvPr/>
        </p:nvSpPr>
        <p:spPr>
          <a:xfrm>
            <a:off x="4527706" y="8937656"/>
            <a:ext cx="209544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u-Arab-IQ" b="1" u="sng" dirty="0">
                <a:solidFill>
                  <a:schemeClr val="accent1">
                    <a:lumMod val="50000"/>
                  </a:schemeClr>
                </a:solidFill>
              </a:rPr>
              <a:t>کوردی</a:t>
            </a:r>
            <a:r>
              <a:rPr lang="ku-Arab-IQ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u-Arab-IQ" b="1" u="sng" dirty="0">
                <a:solidFill>
                  <a:schemeClr val="accent1">
                    <a:lumMod val="50000"/>
                  </a:schemeClr>
                </a:solidFill>
              </a:rPr>
              <a:t>عەرەبی</a:t>
            </a:r>
            <a:r>
              <a:rPr lang="ku-Arab-IQ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u-Arab-IQ" b="1" u="sng" dirty="0">
                <a:solidFill>
                  <a:schemeClr val="accent1">
                    <a:lumMod val="50000"/>
                  </a:schemeClr>
                </a:solidFill>
              </a:rPr>
              <a:t>ئینگلیزی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891224B-71DD-47ED-BB7D-DB553A60BA77}"/>
              </a:ext>
            </a:extLst>
          </p:cNvPr>
          <p:cNvSpPr txBox="1"/>
          <p:nvPr/>
        </p:nvSpPr>
        <p:spPr>
          <a:xfrm>
            <a:off x="5965116" y="9255299"/>
            <a:ext cx="633508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u-Arab-IQ" dirty="0">
                <a:solidFill>
                  <a:schemeClr val="accent1">
                    <a:lumMod val="50000"/>
                  </a:schemeClr>
                </a:solidFill>
              </a:rPr>
              <a:t>زمانی</a:t>
            </a:r>
          </a:p>
          <a:p>
            <a:pPr algn="ctr"/>
            <a:r>
              <a:rPr lang="ku-Arab-IQ" dirty="0">
                <a:solidFill>
                  <a:schemeClr val="accent1">
                    <a:lumMod val="50000"/>
                  </a:schemeClr>
                </a:solidFill>
              </a:rPr>
              <a:t>دایك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341A119-0320-AEAA-4A3E-8A13F60E3BC9}"/>
              </a:ext>
            </a:extLst>
          </p:cNvPr>
          <p:cNvSpPr txBox="1"/>
          <p:nvPr/>
        </p:nvSpPr>
        <p:spPr>
          <a:xfrm>
            <a:off x="5450016" y="9255298"/>
            <a:ext cx="48282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u-Arab-IQ" dirty="0">
                <a:solidFill>
                  <a:schemeClr val="accent1">
                    <a:lumMod val="50000"/>
                  </a:schemeClr>
                </a:solidFill>
              </a:rPr>
              <a:t>باش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EF68E57-BD4E-A891-7DD3-1FC73BC2961D}"/>
              </a:ext>
            </a:extLst>
          </p:cNvPr>
          <p:cNvSpPr txBox="1"/>
          <p:nvPr/>
        </p:nvSpPr>
        <p:spPr>
          <a:xfrm>
            <a:off x="4527122" y="9255298"/>
            <a:ext cx="87075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u-Arab-IQ" dirty="0">
                <a:solidFill>
                  <a:schemeClr val="accent1">
                    <a:lumMod val="50000"/>
                  </a:schemeClr>
                </a:solidFill>
              </a:rPr>
              <a:t>زۆر باش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AD56F31-4416-FADA-ACAA-EE263221CD1F}"/>
              </a:ext>
            </a:extLst>
          </p:cNvPr>
          <p:cNvSpPr txBox="1"/>
          <p:nvPr/>
        </p:nvSpPr>
        <p:spPr>
          <a:xfrm>
            <a:off x="0" y="3456184"/>
            <a:ext cx="4261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8B4A47E-B8A9-5976-4155-62722206AF28}"/>
              </a:ext>
            </a:extLst>
          </p:cNvPr>
          <p:cNvSpPr txBox="1"/>
          <p:nvPr/>
        </p:nvSpPr>
        <p:spPr>
          <a:xfrm>
            <a:off x="0" y="5751664"/>
            <a:ext cx="4261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١.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..........................................................................................</a:t>
            </a:r>
          </a:p>
          <a:p>
            <a:pPr algn="r" rtl="1"/>
            <a:r>
              <a:rPr lang="ku-Arab-IQ" dirty="0"/>
              <a:t>٢.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................................................................................................</a:t>
            </a:r>
            <a:endParaRPr lang="en-US" dirty="0"/>
          </a:p>
          <a:p>
            <a:pPr algn="r" rtl="1"/>
            <a:r>
              <a:rPr lang="ku-Arab-IQ" dirty="0"/>
              <a:t>٣.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</a:t>
            </a:r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FA2AEA0-38C9-C0CC-C459-37CE0CF3437D}"/>
              </a:ext>
            </a:extLst>
          </p:cNvPr>
          <p:cNvSpPr txBox="1"/>
          <p:nvPr/>
        </p:nvSpPr>
        <p:spPr>
          <a:xfrm>
            <a:off x="0" y="8310388"/>
            <a:ext cx="4261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١.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..........................................................................................</a:t>
            </a:r>
          </a:p>
          <a:p>
            <a:pPr algn="r" rtl="1"/>
            <a:r>
              <a:rPr lang="ku-Arab-IQ"/>
              <a:t>٢.</a:t>
            </a:r>
            <a:r>
              <a:rPr lang="ku-Arab-IQ">
                <a:solidFill>
                  <a:schemeClr val="bg1"/>
                </a:solidFill>
              </a:rPr>
              <a:t>...</a:t>
            </a:r>
            <a:r>
              <a:rPr lang="ku-Arab-IQ"/>
              <a:t>................................................................................................</a:t>
            </a:r>
            <a:endParaRPr lang="en-US" dirty="0"/>
          </a:p>
        </p:txBody>
      </p:sp>
      <p:pic>
        <p:nvPicPr>
          <p:cNvPr id="3" name="Graphic 2" descr="Monthly calendar">
            <a:extLst>
              <a:ext uri="{FF2B5EF4-FFF2-40B4-BE49-F238E27FC236}">
                <a16:creationId xmlns:a16="http://schemas.microsoft.com/office/drawing/2014/main" id="{D6A9DF5C-123D-5E6C-26FE-3CEEFF9DFA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7041" y="4963947"/>
            <a:ext cx="432000" cy="43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DF209C-162B-1DEB-3F31-9CA6BBA24B76}"/>
              </a:ext>
            </a:extLst>
          </p:cNvPr>
          <p:cNvSpPr/>
          <p:nvPr/>
        </p:nvSpPr>
        <p:spPr>
          <a:xfrm>
            <a:off x="152580" y="2657474"/>
            <a:ext cx="3960000" cy="7578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3600" b="1" dirty="0"/>
              <a:t>کەسایەتی</a:t>
            </a:r>
            <a:endParaRPr lang="en-US" sz="3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4E589-7330-763A-3B96-BFD962CAA48A}"/>
              </a:ext>
            </a:extLst>
          </p:cNvPr>
          <p:cNvSpPr/>
          <p:nvPr/>
        </p:nvSpPr>
        <p:spPr>
          <a:xfrm>
            <a:off x="152580" y="4931765"/>
            <a:ext cx="3960000" cy="7578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3600" b="1" dirty="0"/>
              <a:t>بڕوانامە</a:t>
            </a:r>
            <a:endParaRPr lang="en-US" sz="3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317CF-831F-64D9-D9EA-85D16E00114B}"/>
              </a:ext>
            </a:extLst>
          </p:cNvPr>
          <p:cNvSpPr/>
          <p:nvPr/>
        </p:nvSpPr>
        <p:spPr>
          <a:xfrm>
            <a:off x="152580" y="7512556"/>
            <a:ext cx="3960000" cy="7578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3600" b="1" dirty="0"/>
              <a:t>ئەزموون</a:t>
            </a:r>
            <a:endParaRPr lang="en-US" sz="36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A605BA-5DA6-E8E6-D5E9-C52826AE9555}"/>
              </a:ext>
            </a:extLst>
          </p:cNvPr>
          <p:cNvCxnSpPr>
            <a:cxnSpLocks/>
          </p:cNvCxnSpPr>
          <p:nvPr/>
        </p:nvCxnSpPr>
        <p:spPr>
          <a:xfrm>
            <a:off x="4261101" y="2539146"/>
            <a:ext cx="0" cy="7380000"/>
          </a:xfrm>
          <a:prstGeom prst="line">
            <a:avLst/>
          </a:prstGeom>
          <a:ln w="63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779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</TotalTime>
  <Words>58</Words>
  <Application>Microsoft Office PowerPoint</Application>
  <PresentationFormat>A4 Paper (210x297 mm)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Nadir</dc:creator>
  <cp:lastModifiedBy>Ahmad Nadir</cp:lastModifiedBy>
  <cp:revision>4</cp:revision>
  <dcterms:created xsi:type="dcterms:W3CDTF">2026-07-09T03:20:23Z</dcterms:created>
  <dcterms:modified xsi:type="dcterms:W3CDTF">2026-07-09T22:47:00Z</dcterms:modified>
</cp:coreProperties>
</file>