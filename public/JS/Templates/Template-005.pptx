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25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FE0B597-3DDE-6585-283C-77832661C179}"/>
              </a:ext>
            </a:extLst>
          </p:cNvPr>
          <p:cNvSpPr/>
          <p:nvPr/>
        </p:nvSpPr>
        <p:spPr>
          <a:xfrm flipH="1">
            <a:off x="5715000" y="288759"/>
            <a:ext cx="1143000" cy="96172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7BFC609-53A4-3AC1-CF72-2C4F46A8D302}"/>
              </a:ext>
            </a:extLst>
          </p:cNvPr>
          <p:cNvSpPr/>
          <p:nvPr/>
        </p:nvSpPr>
        <p:spPr>
          <a:xfrm flipH="1">
            <a:off x="2751222" y="9381766"/>
            <a:ext cx="4106778" cy="5242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EC8275-ADCE-4F0C-A1D1-278FD436882D}"/>
              </a:ext>
            </a:extLst>
          </p:cNvPr>
          <p:cNvSpPr/>
          <p:nvPr/>
        </p:nvSpPr>
        <p:spPr>
          <a:xfrm flipH="1">
            <a:off x="2751222" y="288759"/>
            <a:ext cx="4106778" cy="9617242"/>
          </a:xfrm>
          <a:prstGeom prst="roundRect">
            <a:avLst>
              <a:gd name="adj" fmla="val 8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BC6B4-91B0-49AD-B6CD-1075605F1894}"/>
              </a:ext>
            </a:extLst>
          </p:cNvPr>
          <p:cNvSpPr/>
          <p:nvPr/>
        </p:nvSpPr>
        <p:spPr>
          <a:xfrm>
            <a:off x="-668418" y="945815"/>
            <a:ext cx="6545179" cy="102960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AD0772D-0F9D-46C4-9BA4-1C1A34315176}"/>
              </a:ext>
            </a:extLst>
          </p:cNvPr>
          <p:cNvCxnSpPr>
            <a:cxnSpLocks/>
          </p:cNvCxnSpPr>
          <p:nvPr/>
        </p:nvCxnSpPr>
        <p:spPr>
          <a:xfrm>
            <a:off x="295170" y="2803897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32E2E76-CD4D-4F1E-91B4-9BF5A8A53C22}"/>
              </a:ext>
            </a:extLst>
          </p:cNvPr>
          <p:cNvSpPr txBox="1"/>
          <p:nvPr/>
        </p:nvSpPr>
        <p:spPr>
          <a:xfrm flipH="1">
            <a:off x="-1777" y="2178136"/>
            <a:ext cx="27538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زانیاری کەسی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pic>
        <p:nvPicPr>
          <p:cNvPr id="1032" name="Picture 8" descr="HD White Round Circle Phone Icon Transparent PNG">
            <a:extLst>
              <a:ext uri="{FF2B5EF4-FFF2-40B4-BE49-F238E27FC236}">
                <a16:creationId xmlns:a16="http://schemas.microsoft.com/office/drawing/2014/main" id="{2B6690AA-C0B1-4BE2-8AB4-85154242B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22435" y="2999853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D Letter Email Round White Icon PNG">
            <a:extLst>
              <a:ext uri="{FF2B5EF4-FFF2-40B4-BE49-F238E27FC236}">
                <a16:creationId xmlns:a16="http://schemas.microsoft.com/office/drawing/2014/main" id="{70F8C184-CD6A-4B69-986C-2D64A8C31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26497" y="3525597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8B4CCD3F-1185-4D8E-B44A-4D08A3503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2026501" y="4069448"/>
            <a:ext cx="396000" cy="391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4E09A73-9970-48E0-B182-8234A51B4743}"/>
              </a:ext>
            </a:extLst>
          </p:cNvPr>
          <p:cNvSpPr txBox="1"/>
          <p:nvPr/>
        </p:nvSpPr>
        <p:spPr>
          <a:xfrm flipH="1">
            <a:off x="126232" y="3044905"/>
            <a:ext cx="186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b="1" noProof="0" dirty="0">
                <a:solidFill>
                  <a:schemeClr val="bg1"/>
                </a:solidFill>
              </a:rPr>
              <a:t>٠٧٥٠</a:t>
            </a:r>
            <a:r>
              <a:rPr lang="en-US" b="1" noProof="0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endParaRPr lang="en-GB" b="1" noProof="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92CE00-BB84-46EF-A54E-024C371D1FD6}"/>
              </a:ext>
            </a:extLst>
          </p:cNvPr>
          <p:cNvSpPr txBox="1"/>
          <p:nvPr/>
        </p:nvSpPr>
        <p:spPr>
          <a:xfrm flipH="1">
            <a:off x="-1" y="3584174"/>
            <a:ext cx="2009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email@example.com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567041-CC8C-4804-9112-83CC3641F153}"/>
              </a:ext>
            </a:extLst>
          </p:cNvPr>
          <p:cNvSpPr txBox="1"/>
          <p:nvPr/>
        </p:nvSpPr>
        <p:spPr>
          <a:xfrm flipH="1">
            <a:off x="-2673" y="4127534"/>
            <a:ext cx="2030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1200" b="1" noProof="0" dirty="0">
                <a:solidFill>
                  <a:schemeClr val="bg1"/>
                </a:solidFill>
              </a:rPr>
              <a:t>شار / پارێزگا / کوردستان / عێڕاق</a:t>
            </a:r>
            <a:endParaRPr lang="en-GB" sz="1200" b="1" noProof="0" dirty="0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2562D5-0CE1-44A0-8DB5-A5A16CD6104A}"/>
              </a:ext>
            </a:extLst>
          </p:cNvPr>
          <p:cNvCxnSpPr>
            <a:cxnSpLocks/>
          </p:cNvCxnSpPr>
          <p:nvPr/>
        </p:nvCxnSpPr>
        <p:spPr>
          <a:xfrm>
            <a:off x="291078" y="5595638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9EC0A9D-4F9C-4D6E-B8CD-7F0DC11FB2F7}"/>
              </a:ext>
            </a:extLst>
          </p:cNvPr>
          <p:cNvSpPr txBox="1"/>
          <p:nvPr/>
        </p:nvSpPr>
        <p:spPr>
          <a:xfrm flipH="1">
            <a:off x="0" y="4980788"/>
            <a:ext cx="2742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شارەزایی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38C546-C06B-4C40-8C06-98FFB18380BA}"/>
              </a:ext>
            </a:extLst>
          </p:cNvPr>
          <p:cNvGrpSpPr/>
          <p:nvPr/>
        </p:nvGrpSpPr>
        <p:grpSpPr>
          <a:xfrm flipH="1">
            <a:off x="370577" y="5726952"/>
            <a:ext cx="1930709" cy="307777"/>
            <a:chOff x="4376242" y="6525044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CF36960-0653-4960-8F27-EF0BBDFD924D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E115A38-2DEC-4595-9B04-DD4C61C176E2}"/>
                </a:ext>
              </a:extLst>
            </p:cNvPr>
            <p:cNvSpPr txBox="1"/>
            <p:nvPr/>
          </p:nvSpPr>
          <p:spPr>
            <a:xfrm>
              <a:off x="4812437" y="6525044"/>
              <a:ext cx="1127964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Word</a:t>
              </a:r>
              <a:endParaRPr lang="en-GB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1A07A47-1592-4BB1-952D-7CA7E0138718}"/>
              </a:ext>
            </a:extLst>
          </p:cNvPr>
          <p:cNvGrpSpPr/>
          <p:nvPr/>
        </p:nvGrpSpPr>
        <p:grpSpPr>
          <a:xfrm flipH="1">
            <a:off x="365964" y="6215044"/>
            <a:ext cx="1930709" cy="307777"/>
            <a:chOff x="4376242" y="6541373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F30A6C8-A6FD-4952-AD5F-B80BC3E42B4D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5A1B567-74E9-4A1B-9131-EA6DFCEEE39A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Power Point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B246EB0-8056-49CF-97C4-1F5CC685D088}"/>
              </a:ext>
            </a:extLst>
          </p:cNvPr>
          <p:cNvGrpSpPr/>
          <p:nvPr/>
        </p:nvGrpSpPr>
        <p:grpSpPr>
          <a:xfrm flipH="1">
            <a:off x="368009" y="6711442"/>
            <a:ext cx="1930709" cy="307777"/>
            <a:chOff x="4376242" y="6541373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ADF2305-30FD-46A7-A975-FF71C7A829F9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554222E-55B2-4D47-BF83-4F70709535FA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Excel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DC6F67A-1736-41DE-BBC7-D7BC12F3FD08}"/>
              </a:ext>
            </a:extLst>
          </p:cNvPr>
          <p:cNvGrpSpPr/>
          <p:nvPr/>
        </p:nvGrpSpPr>
        <p:grpSpPr>
          <a:xfrm flipH="1">
            <a:off x="370577" y="7194352"/>
            <a:ext cx="1930709" cy="307777"/>
            <a:chOff x="4376242" y="6545949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AD88FE9-D750-4E35-8C48-063C76635CD9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121F59F-BFC3-431E-9BF2-B1EA5B8689BF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Windows 10,7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FE3BFE9-15D0-4550-844C-7EFA9574F7E2}"/>
              </a:ext>
            </a:extLst>
          </p:cNvPr>
          <p:cNvGrpSpPr/>
          <p:nvPr/>
        </p:nvGrpSpPr>
        <p:grpSpPr>
          <a:xfrm flipH="1">
            <a:off x="227236" y="5987332"/>
            <a:ext cx="2160722" cy="196029"/>
            <a:chOff x="-4590298" y="5333690"/>
            <a:chExt cx="9931894" cy="873368"/>
          </a:xfrm>
          <a:solidFill>
            <a:schemeClr val="accent1">
              <a:lumMod val="50000"/>
            </a:schemeClr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46DC817-CD3B-48F4-BE7E-28CDD7315E5D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138DAFA-92D2-4394-B851-8CE1D7D13FB7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E52C01E-95D7-431D-8F0C-E1D0DAD2C31B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92FB5A1-FD69-4575-934B-E699E6733875}"/>
              </a:ext>
            </a:extLst>
          </p:cNvPr>
          <p:cNvGrpSpPr/>
          <p:nvPr/>
        </p:nvGrpSpPr>
        <p:grpSpPr>
          <a:xfrm flipH="1">
            <a:off x="219487" y="6476605"/>
            <a:ext cx="2160724" cy="196029"/>
            <a:chOff x="-4590298" y="5333690"/>
            <a:chExt cx="9931894" cy="873368"/>
          </a:xfrm>
          <a:solidFill>
            <a:schemeClr val="accent1">
              <a:lumMod val="50000"/>
            </a:schemeClr>
          </a:solidFill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2573B2C-F6B5-4B61-8BAF-C29032FBD0C9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1FB733-72A5-43B0-AF2C-0834DB441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7ACB668-545B-4309-8680-864BDCE885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A05AB0D-EF6C-4A9A-AAD6-EE019AB352B4}"/>
              </a:ext>
            </a:extLst>
          </p:cNvPr>
          <p:cNvGrpSpPr/>
          <p:nvPr/>
        </p:nvGrpSpPr>
        <p:grpSpPr>
          <a:xfrm flipH="1">
            <a:off x="215810" y="6959478"/>
            <a:ext cx="2160722" cy="196029"/>
            <a:chOff x="-4590298" y="5333690"/>
            <a:chExt cx="9931894" cy="873368"/>
          </a:xfrm>
          <a:solidFill>
            <a:schemeClr val="accent1">
              <a:lumMod val="50000"/>
            </a:schemeClr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05FB21A-450D-4725-89F2-4AD426CAEA04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277BDA8-E2C7-4106-9FC1-E5476EFC9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52928" y="5770376"/>
              <a:ext cx="6784526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8F1796E-8528-43D9-A557-DB7165D0E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4246" y="5786910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42B51E0-A525-4E1E-A637-883B501BD3F4}"/>
              </a:ext>
            </a:extLst>
          </p:cNvPr>
          <p:cNvGrpSpPr/>
          <p:nvPr/>
        </p:nvGrpSpPr>
        <p:grpSpPr>
          <a:xfrm flipH="1">
            <a:off x="219489" y="7467084"/>
            <a:ext cx="2160722" cy="196029"/>
            <a:chOff x="-4590298" y="5333690"/>
            <a:chExt cx="9931894" cy="873368"/>
          </a:xfrm>
          <a:solidFill>
            <a:schemeClr val="accent1">
              <a:lumMod val="50000"/>
            </a:schemeClr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241595E-FA89-445F-BD2E-2BFB8CEEF501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4EBCE76-B3EE-4E54-AF4F-9A18B386C7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4ED6467-DDD6-4AF3-BACE-F8F3531EA3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546020E-7963-41AC-08E5-0EFE049092CA}"/>
              </a:ext>
            </a:extLst>
          </p:cNvPr>
          <p:cNvGrpSpPr/>
          <p:nvPr/>
        </p:nvGrpSpPr>
        <p:grpSpPr>
          <a:xfrm flipH="1">
            <a:off x="2788188" y="2955321"/>
            <a:ext cx="3909189" cy="369332"/>
            <a:chOff x="157951" y="2764821"/>
            <a:chExt cx="3909189" cy="36933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1BCFFFC-EAAE-3D22-0FC8-AE9C070C05B2}"/>
                </a:ext>
              </a:extLst>
            </p:cNvPr>
            <p:cNvSpPr/>
            <p:nvPr/>
          </p:nvSpPr>
          <p:spPr>
            <a:xfrm rot="2700000">
              <a:off x="3959140" y="2910525"/>
              <a:ext cx="108000" cy="10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FD0654-BADE-42AC-A07A-798E3ACB4A4B}"/>
                </a:ext>
              </a:extLst>
            </p:cNvPr>
            <p:cNvGrpSpPr/>
            <p:nvPr/>
          </p:nvGrpSpPr>
          <p:grpSpPr>
            <a:xfrm>
              <a:off x="157951" y="2764821"/>
              <a:ext cx="3801189" cy="369332"/>
              <a:chOff x="157951" y="2379840"/>
              <a:chExt cx="3801189" cy="456721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F39DC9A-D198-4A18-98DA-878603D8016E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1189" cy="392532"/>
                <a:chOff x="-7706611" y="2640827"/>
                <a:chExt cx="6664183" cy="738980"/>
              </a:xfrm>
              <a:grp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7529660-5EE2-460A-88C5-164267072A73}"/>
                    </a:ext>
                  </a:extLst>
                </p:cNvPr>
                <p:cNvSpPr/>
                <p:nvPr/>
              </p:nvSpPr>
              <p:spPr>
                <a:xfrm>
                  <a:off x="-2481119" y="2640832"/>
                  <a:ext cx="1438691" cy="738975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32" name="Hexagon 31">
                  <a:extLst>
                    <a:ext uri="{FF2B5EF4-FFF2-40B4-BE49-F238E27FC236}">
                      <a16:creationId xmlns:a16="http://schemas.microsoft.com/office/drawing/2014/main" id="{E1B4D1C6-D731-4520-B0D0-5A61D289B3ED}"/>
                    </a:ext>
                  </a:extLst>
                </p:cNvPr>
                <p:cNvSpPr/>
                <p:nvPr/>
              </p:nvSpPr>
              <p:spPr>
                <a:xfrm>
                  <a:off x="-2841144" y="2640827"/>
                  <a:ext cx="1070356" cy="738978"/>
                </a:xfrm>
                <a:prstGeom prst="hexagon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0382D39-A760-42C9-843C-0A256AFBE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6611" y="3010509"/>
                  <a:ext cx="5175399" cy="0"/>
                </a:xfrm>
                <a:prstGeom prst="line">
                  <a:avLst/>
                </a:prstGeom>
                <a:grp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24F605-ACE5-4B13-A496-A467FE5307EC}"/>
                  </a:ext>
                </a:extLst>
              </p:cNvPr>
              <p:cNvSpPr txBox="1"/>
              <p:nvPr/>
            </p:nvSpPr>
            <p:spPr>
              <a:xfrm>
                <a:off x="157952" y="2379840"/>
                <a:ext cx="901210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u-Arab-IQ" b="1" noProof="0" dirty="0">
                    <a:solidFill>
                      <a:schemeClr val="bg1"/>
                    </a:solidFill>
                  </a:rPr>
                  <a:t>کەسایەتی</a:t>
                </a:r>
                <a:endParaRPr lang="en-GB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FB23A8-112D-F556-28D0-175384BD68FF}"/>
              </a:ext>
            </a:extLst>
          </p:cNvPr>
          <p:cNvGrpSpPr/>
          <p:nvPr/>
        </p:nvGrpSpPr>
        <p:grpSpPr>
          <a:xfrm flipH="1">
            <a:off x="2788187" y="4982652"/>
            <a:ext cx="3909190" cy="369332"/>
            <a:chOff x="157951" y="4792152"/>
            <a:chExt cx="3909190" cy="369332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9C65895-1C81-06F1-F69A-BB6E48B218ED}"/>
                </a:ext>
              </a:extLst>
            </p:cNvPr>
            <p:cNvSpPr/>
            <p:nvPr/>
          </p:nvSpPr>
          <p:spPr>
            <a:xfrm rot="2700000">
              <a:off x="3959141" y="4951899"/>
              <a:ext cx="108000" cy="10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3E162CE-096F-4C81-A300-1F2E8DE5BB68}"/>
                </a:ext>
              </a:extLst>
            </p:cNvPr>
            <p:cNvGrpSpPr/>
            <p:nvPr/>
          </p:nvGrpSpPr>
          <p:grpSpPr>
            <a:xfrm>
              <a:off x="157951" y="4792152"/>
              <a:ext cx="3802783" cy="369332"/>
              <a:chOff x="157951" y="2376400"/>
              <a:chExt cx="3802783" cy="456721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524BA621-FB91-47EA-BE99-7B7DE5F0C941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2783" cy="392532"/>
                <a:chOff x="-7709406" y="2640827"/>
                <a:chExt cx="6666978" cy="738980"/>
              </a:xfrm>
              <a:grpFill/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108084EE-82A0-423C-8F4B-8CE3477BAE19}"/>
                    </a:ext>
                  </a:extLst>
                </p:cNvPr>
                <p:cNvSpPr/>
                <p:nvPr/>
              </p:nvSpPr>
              <p:spPr>
                <a:xfrm>
                  <a:off x="-2084478" y="2640832"/>
                  <a:ext cx="1042050" cy="738975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120" name="Hexagon 119">
                  <a:extLst>
                    <a:ext uri="{FF2B5EF4-FFF2-40B4-BE49-F238E27FC236}">
                      <a16:creationId xmlns:a16="http://schemas.microsoft.com/office/drawing/2014/main" id="{2222FF41-7810-40A7-9F00-800AAE4CA1F8}"/>
                    </a:ext>
                  </a:extLst>
                </p:cNvPr>
                <p:cNvSpPr/>
                <p:nvPr/>
              </p:nvSpPr>
              <p:spPr>
                <a:xfrm>
                  <a:off x="-2764715" y="2640827"/>
                  <a:ext cx="1303930" cy="738978"/>
                </a:xfrm>
                <a:prstGeom prst="hexagon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40559018-0F87-438F-9368-0734E54F90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08933"/>
                  <a:ext cx="5238514" cy="23751"/>
                </a:xfrm>
                <a:prstGeom prst="line">
                  <a:avLst/>
                </a:prstGeom>
                <a:grp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57A0E80-596F-4B4D-A373-6BFD2C5A435C}"/>
                  </a:ext>
                </a:extLst>
              </p:cNvPr>
              <p:cNvSpPr txBox="1"/>
              <p:nvPr/>
            </p:nvSpPr>
            <p:spPr>
              <a:xfrm>
                <a:off x="157954" y="2376400"/>
                <a:ext cx="815937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بڕوانامە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BC077DFA-C80A-4D49-A47F-BC6E13D2FAA1}"/>
              </a:ext>
            </a:extLst>
          </p:cNvPr>
          <p:cNvSpPr txBox="1"/>
          <p:nvPr/>
        </p:nvSpPr>
        <p:spPr>
          <a:xfrm flipH="1">
            <a:off x="2751222" y="3318778"/>
            <a:ext cx="40267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ku-Arab-IQ" sz="1400" dirty="0">
                <a:solidFill>
                  <a:schemeClr val="accent1">
                    <a:lumMod val="50000"/>
                  </a:schemeClr>
                </a:solidFill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37" name="Picture 4" descr="Date of birth - Free user icons">
            <a:extLst>
              <a:ext uri="{FF2B5EF4-FFF2-40B4-BE49-F238E27FC236}">
                <a16:creationId xmlns:a16="http://schemas.microsoft.com/office/drawing/2014/main" id="{DB3789C0-AC2E-402F-B7F7-7FABD66AF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55560" y="4627508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67549B54-8E22-4F69-9636-3E3F1C6A3436}"/>
              </a:ext>
            </a:extLst>
          </p:cNvPr>
          <p:cNvSpPr txBox="1"/>
          <p:nvPr/>
        </p:nvSpPr>
        <p:spPr>
          <a:xfrm flipH="1">
            <a:off x="189649" y="4618616"/>
            <a:ext cx="183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1400" b="1" noProof="0" dirty="0">
                <a:solidFill>
                  <a:schemeClr val="bg1"/>
                </a:solidFill>
              </a:rPr>
              <a:t>رۆژ / مانگ / ساڵ</a:t>
            </a:r>
            <a:endParaRPr lang="en-GB" sz="1400" b="1" noProof="0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0D7D1FE-8FAB-4FDC-A482-879DE60B03F5}"/>
              </a:ext>
            </a:extLst>
          </p:cNvPr>
          <p:cNvSpPr txBox="1"/>
          <p:nvPr/>
        </p:nvSpPr>
        <p:spPr>
          <a:xfrm flipH="1">
            <a:off x="19468" y="1028465"/>
            <a:ext cx="446227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ku-Arab-IQ" sz="4800" b="1" dirty="0">
                <a:solidFill>
                  <a:schemeClr val="accent1">
                    <a:lumMod val="50000"/>
                  </a:schemeClr>
                </a:solidFill>
              </a:rPr>
              <a:t>نـاو بـاوك بـاپیـر</a:t>
            </a:r>
            <a:endParaRPr lang="en-GB" sz="4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51C3F44-1054-481D-9D02-F356837EE88C}"/>
              </a:ext>
            </a:extLst>
          </p:cNvPr>
          <p:cNvSpPr/>
          <p:nvPr/>
        </p:nvSpPr>
        <p:spPr>
          <a:xfrm flipH="1">
            <a:off x="-2265278" y="1809960"/>
            <a:ext cx="6948906" cy="36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noProof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177E49CD-76FB-4016-B58D-EBB2B2FEE213}"/>
              </a:ext>
            </a:extLst>
          </p:cNvPr>
          <p:cNvSpPr/>
          <p:nvPr/>
        </p:nvSpPr>
        <p:spPr>
          <a:xfrm rot="5400000">
            <a:off x="4604750" y="557143"/>
            <a:ext cx="1980000" cy="1800000"/>
          </a:xfrm>
          <a:prstGeom prst="hexagon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00F6A9F-D0B1-138B-8AA2-8A67564AE8CE}"/>
              </a:ext>
            </a:extLst>
          </p:cNvPr>
          <p:cNvSpPr/>
          <p:nvPr/>
        </p:nvSpPr>
        <p:spPr>
          <a:xfrm rot="5400000">
            <a:off x="5326948" y="1517264"/>
            <a:ext cx="535605" cy="1800000"/>
          </a:xfrm>
          <a:custGeom>
            <a:avLst/>
            <a:gdLst>
              <a:gd name="connsiteX0" fmla="*/ 0 w 535605"/>
              <a:gd name="connsiteY0" fmla="*/ 0 h 1800000"/>
              <a:gd name="connsiteX1" fmla="*/ 450000 w 535605"/>
              <a:gd name="connsiteY1" fmla="*/ 900000 h 1800000"/>
              <a:gd name="connsiteX2" fmla="*/ 0 w 535605"/>
              <a:gd name="connsiteY2" fmla="*/ 1800000 h 1800000"/>
              <a:gd name="connsiteX3" fmla="*/ 85605 w 535605"/>
              <a:gd name="connsiteY3" fmla="*/ 1800000 h 1800000"/>
              <a:gd name="connsiteX4" fmla="*/ 535605 w 535605"/>
              <a:gd name="connsiteY4" fmla="*/ 900000 h 1800000"/>
              <a:gd name="connsiteX5" fmla="*/ 85605 w 535605"/>
              <a:gd name="connsiteY5" fmla="*/ 0 h 1800000"/>
              <a:gd name="connsiteX6" fmla="*/ 0 w 535605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605" h="1800000">
                <a:moveTo>
                  <a:pt x="0" y="0"/>
                </a:moveTo>
                <a:lnTo>
                  <a:pt x="450000" y="900000"/>
                </a:lnTo>
                <a:lnTo>
                  <a:pt x="0" y="1800000"/>
                </a:lnTo>
                <a:lnTo>
                  <a:pt x="85605" y="1800000"/>
                </a:lnTo>
                <a:lnTo>
                  <a:pt x="535605" y="900000"/>
                </a:lnTo>
                <a:lnTo>
                  <a:pt x="8560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281C47-4FDF-0E0D-E2EC-5C020FB12611}"/>
              </a:ext>
            </a:extLst>
          </p:cNvPr>
          <p:cNvGrpSpPr/>
          <p:nvPr/>
        </p:nvGrpSpPr>
        <p:grpSpPr>
          <a:xfrm flipH="1">
            <a:off x="2788187" y="6524082"/>
            <a:ext cx="3909190" cy="369332"/>
            <a:chOff x="157951" y="4792152"/>
            <a:chExt cx="3909190" cy="369332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CE86E7-B31D-D150-BB31-69017F991329}"/>
                </a:ext>
              </a:extLst>
            </p:cNvPr>
            <p:cNvSpPr/>
            <p:nvPr/>
          </p:nvSpPr>
          <p:spPr>
            <a:xfrm rot="2700000">
              <a:off x="3959141" y="4942755"/>
              <a:ext cx="108000" cy="10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B9EF9A0-4D24-F4B4-BE3A-2445EE0CE7C9}"/>
                </a:ext>
              </a:extLst>
            </p:cNvPr>
            <p:cNvGrpSpPr/>
            <p:nvPr/>
          </p:nvGrpSpPr>
          <p:grpSpPr>
            <a:xfrm>
              <a:off x="157951" y="4792152"/>
              <a:ext cx="3802783" cy="369332"/>
              <a:chOff x="157951" y="2376400"/>
              <a:chExt cx="3802783" cy="456721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876FE765-C7EE-3FC1-33A8-0C8CB2D3B152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2783" cy="392532"/>
                <a:chOff x="-7709406" y="2640827"/>
                <a:chExt cx="6666978" cy="738980"/>
              </a:xfrm>
              <a:grpFill/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0A6B04DE-35AA-46F1-516D-1174492C404F}"/>
                    </a:ext>
                  </a:extLst>
                </p:cNvPr>
                <p:cNvSpPr/>
                <p:nvPr/>
              </p:nvSpPr>
              <p:spPr>
                <a:xfrm>
                  <a:off x="-2084478" y="2640832"/>
                  <a:ext cx="1042050" cy="738975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71" name="Hexagon 70">
                  <a:extLst>
                    <a:ext uri="{FF2B5EF4-FFF2-40B4-BE49-F238E27FC236}">
                      <a16:creationId xmlns:a16="http://schemas.microsoft.com/office/drawing/2014/main" id="{79B2A1C2-4CF4-BEE8-D04E-D786BC15BE01}"/>
                    </a:ext>
                  </a:extLst>
                </p:cNvPr>
                <p:cNvSpPr/>
                <p:nvPr/>
              </p:nvSpPr>
              <p:spPr>
                <a:xfrm>
                  <a:off x="-2883985" y="2640827"/>
                  <a:ext cx="1573784" cy="738978"/>
                </a:xfrm>
                <a:prstGeom prst="hexagon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287134FD-F6DF-6638-0FC6-C906FD860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16029"/>
                  <a:ext cx="5112284" cy="0"/>
                </a:xfrm>
                <a:prstGeom prst="line">
                  <a:avLst/>
                </a:prstGeom>
                <a:grp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C4876C0-B740-326B-82DF-F17F175F1AF6}"/>
                  </a:ext>
                </a:extLst>
              </p:cNvPr>
              <p:cNvSpPr txBox="1"/>
              <p:nvPr/>
            </p:nvSpPr>
            <p:spPr>
              <a:xfrm>
                <a:off x="157956" y="2376400"/>
                <a:ext cx="889775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ئەزموون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C98A116-4ED7-380E-B7CA-74493FD86727}"/>
              </a:ext>
            </a:extLst>
          </p:cNvPr>
          <p:cNvSpPr txBox="1"/>
          <p:nvPr/>
        </p:nvSpPr>
        <p:spPr>
          <a:xfrm flipH="1">
            <a:off x="2769353" y="6942982"/>
            <a:ext cx="37752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>
                <a:solidFill>
                  <a:schemeClr val="accent1">
                    <a:lumMod val="50000"/>
                  </a:schemeClr>
                </a:solidFill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4D1FB3A-4F96-5696-27A5-4670A57ADB0F}"/>
              </a:ext>
            </a:extLst>
          </p:cNvPr>
          <p:cNvGrpSpPr/>
          <p:nvPr/>
        </p:nvGrpSpPr>
        <p:grpSpPr>
          <a:xfrm flipH="1">
            <a:off x="6567009" y="7043977"/>
            <a:ext cx="108001" cy="1309309"/>
            <a:chOff x="180318" y="6472477"/>
            <a:chExt cx="108001" cy="1309309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341031B-0013-DF4B-0D46-EDAE124BB0BF}"/>
                </a:ext>
              </a:extLst>
            </p:cNvPr>
            <p:cNvCxnSpPr>
              <a:cxnSpLocks/>
            </p:cNvCxnSpPr>
            <p:nvPr/>
          </p:nvCxnSpPr>
          <p:spPr>
            <a:xfrm>
              <a:off x="234318" y="6525866"/>
              <a:ext cx="0" cy="118800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D4B826A-0AF7-4591-1A08-B45715F46F99}"/>
                </a:ext>
              </a:extLst>
            </p:cNvPr>
            <p:cNvGrpSpPr/>
            <p:nvPr/>
          </p:nvGrpSpPr>
          <p:grpSpPr>
            <a:xfrm>
              <a:off x="180318" y="6472477"/>
              <a:ext cx="108001" cy="1309309"/>
              <a:chOff x="180318" y="6281977"/>
              <a:chExt cx="108001" cy="1309309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7069FD2-50A2-0FE3-114E-C2339D659222}"/>
                  </a:ext>
                </a:extLst>
              </p:cNvPr>
              <p:cNvSpPr/>
              <p:nvPr/>
            </p:nvSpPr>
            <p:spPr>
              <a:xfrm rot="2700000">
                <a:off x="180319" y="6281977"/>
                <a:ext cx="108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FD8FD58-ECFB-B3D1-9DE2-F0DCC6B3BCA0}"/>
                  </a:ext>
                </a:extLst>
              </p:cNvPr>
              <p:cNvSpPr/>
              <p:nvPr/>
            </p:nvSpPr>
            <p:spPr>
              <a:xfrm rot="2700000">
                <a:off x="180318" y="6678566"/>
                <a:ext cx="108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01517AB-3A09-AB66-630B-6B76910FB1BA}"/>
                  </a:ext>
                </a:extLst>
              </p:cNvPr>
              <p:cNvSpPr/>
              <p:nvPr/>
            </p:nvSpPr>
            <p:spPr>
              <a:xfrm rot="2700000">
                <a:off x="180319" y="7070452"/>
                <a:ext cx="108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F9169E5-C10D-98CC-AD1E-E25C27C9264E}"/>
                  </a:ext>
                </a:extLst>
              </p:cNvPr>
              <p:cNvSpPr/>
              <p:nvPr/>
            </p:nvSpPr>
            <p:spPr>
              <a:xfrm rot="2700000">
                <a:off x="180318" y="7483286"/>
                <a:ext cx="108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F84C4DA-9C34-0532-F15E-09D6E1A99904}"/>
              </a:ext>
            </a:extLst>
          </p:cNvPr>
          <p:cNvSpPr txBox="1"/>
          <p:nvPr/>
        </p:nvSpPr>
        <p:spPr>
          <a:xfrm flipH="1">
            <a:off x="2760287" y="5405352"/>
            <a:ext cx="37752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>
                <a:solidFill>
                  <a:schemeClr val="accent1">
                    <a:lumMod val="50000"/>
                  </a:schemeClr>
                </a:solidFill>
              </a:rPr>
              <a:t>.........................................................................................................................................</a:t>
            </a:r>
          </a:p>
          <a:p>
            <a:pPr algn="just" rtl="1"/>
            <a:r>
              <a:rPr lang="ku-Arab-IQ" sz="1400" dirty="0">
                <a:solidFill>
                  <a:schemeClr val="accent1">
                    <a:lumMod val="50000"/>
                  </a:schemeClr>
                </a:solidFill>
              </a:rPr>
              <a:t>.........................................................................................................................................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 rtl="1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B615A8C-6136-2916-D7BF-3D1ECF2697E0}"/>
              </a:ext>
            </a:extLst>
          </p:cNvPr>
          <p:cNvGrpSpPr/>
          <p:nvPr/>
        </p:nvGrpSpPr>
        <p:grpSpPr>
          <a:xfrm flipH="1">
            <a:off x="2793647" y="8509406"/>
            <a:ext cx="3909193" cy="369332"/>
            <a:chOff x="157948" y="4792152"/>
            <a:chExt cx="3909193" cy="369332"/>
          </a:xfrm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584C51E-065E-E12D-464E-822A68B5603B}"/>
                </a:ext>
              </a:extLst>
            </p:cNvPr>
            <p:cNvSpPr/>
            <p:nvPr/>
          </p:nvSpPr>
          <p:spPr>
            <a:xfrm rot="2700000">
              <a:off x="3959141" y="4945549"/>
              <a:ext cx="108000" cy="108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29A641E-362D-2924-3C3D-2D6C70054076}"/>
                </a:ext>
              </a:extLst>
            </p:cNvPr>
            <p:cNvGrpSpPr/>
            <p:nvPr/>
          </p:nvGrpSpPr>
          <p:grpSpPr>
            <a:xfrm>
              <a:off x="157948" y="4792152"/>
              <a:ext cx="3802786" cy="369332"/>
              <a:chOff x="157948" y="2376400"/>
              <a:chExt cx="3802786" cy="456721"/>
            </a:xfrm>
            <a:solidFill>
              <a:schemeClr val="accent6">
                <a:lumMod val="50000"/>
              </a:schemeClr>
            </a:solidFill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E0FFE667-4846-50C5-ECA9-E20C4F7A224D}"/>
                  </a:ext>
                </a:extLst>
              </p:cNvPr>
              <p:cNvGrpSpPr/>
              <p:nvPr/>
            </p:nvGrpSpPr>
            <p:grpSpPr>
              <a:xfrm flipH="1">
                <a:off x="157948" y="2429767"/>
                <a:ext cx="3802786" cy="392531"/>
                <a:chOff x="-7709406" y="2640827"/>
                <a:chExt cx="6666984" cy="738978"/>
              </a:xfrm>
              <a:grpFill/>
            </p:grpSpPr>
            <p:sp>
              <p:nvSpPr>
                <p:cNvPr id="1025" name="Rectangle 1024">
                  <a:extLst>
                    <a:ext uri="{FF2B5EF4-FFF2-40B4-BE49-F238E27FC236}">
                      <a16:creationId xmlns:a16="http://schemas.microsoft.com/office/drawing/2014/main" id="{CCB8146E-F64F-1A84-C220-5BCFEA3D0CC1}"/>
                    </a:ext>
                  </a:extLst>
                </p:cNvPr>
                <p:cNvSpPr/>
                <p:nvPr/>
              </p:nvSpPr>
              <p:spPr>
                <a:xfrm>
                  <a:off x="-2319610" y="2640832"/>
                  <a:ext cx="1277188" cy="738971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1026" name="Hexagon 1025">
                  <a:extLst>
                    <a:ext uri="{FF2B5EF4-FFF2-40B4-BE49-F238E27FC236}">
                      <a16:creationId xmlns:a16="http://schemas.microsoft.com/office/drawing/2014/main" id="{75674B3C-A66B-C48C-CB7C-47ECCC838E1B}"/>
                    </a:ext>
                  </a:extLst>
                </p:cNvPr>
                <p:cNvSpPr/>
                <p:nvPr/>
              </p:nvSpPr>
              <p:spPr>
                <a:xfrm>
                  <a:off x="-2512711" y="2640827"/>
                  <a:ext cx="840569" cy="738978"/>
                </a:xfrm>
                <a:prstGeom prst="hexagon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1027" name="Straight Connector 1026">
                  <a:extLst>
                    <a:ext uri="{FF2B5EF4-FFF2-40B4-BE49-F238E27FC236}">
                      <a16:creationId xmlns:a16="http://schemas.microsoft.com/office/drawing/2014/main" id="{B200FD6B-8F03-D467-E46F-CBCE76600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16325"/>
                  <a:ext cx="5427858" cy="0"/>
                </a:xfrm>
                <a:prstGeom prst="line">
                  <a:avLst/>
                </a:prstGeom>
                <a:grp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B7F6A802-E3A2-419D-2290-98DA5FFF743E}"/>
                  </a:ext>
                </a:extLst>
              </p:cNvPr>
              <p:cNvSpPr txBox="1"/>
              <p:nvPr/>
            </p:nvSpPr>
            <p:spPr>
              <a:xfrm>
                <a:off x="184817" y="2376400"/>
                <a:ext cx="701628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ئامانج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06F22F39-6BC0-497F-6C9B-A8CFE11C8E67}"/>
              </a:ext>
            </a:extLst>
          </p:cNvPr>
          <p:cNvSpPr txBox="1"/>
          <p:nvPr/>
        </p:nvSpPr>
        <p:spPr>
          <a:xfrm flipH="1">
            <a:off x="2774813" y="8965136"/>
            <a:ext cx="3775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...........................................................................................................................................................................................</a:t>
            </a:r>
            <a:endParaRPr lang="en-US" sz="14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8395FFA-E575-02C7-7964-FD313DA270F0}"/>
              </a:ext>
            </a:extLst>
          </p:cNvPr>
          <p:cNvSpPr/>
          <p:nvPr/>
        </p:nvSpPr>
        <p:spPr>
          <a:xfrm rot="18900000" flipH="1">
            <a:off x="6572469" y="9029301"/>
            <a:ext cx="108000" cy="10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BE85C7-567B-64B3-631B-7C7A0AF6AAF4}"/>
              </a:ext>
            </a:extLst>
          </p:cNvPr>
          <p:cNvCxnSpPr>
            <a:cxnSpLocks/>
          </p:cNvCxnSpPr>
          <p:nvPr/>
        </p:nvCxnSpPr>
        <p:spPr>
          <a:xfrm>
            <a:off x="292528" y="8367107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2411D8-E39D-63F6-CEEF-706AAD72E096}"/>
              </a:ext>
            </a:extLst>
          </p:cNvPr>
          <p:cNvSpPr txBox="1"/>
          <p:nvPr/>
        </p:nvSpPr>
        <p:spPr>
          <a:xfrm flipH="1">
            <a:off x="1450" y="7752257"/>
            <a:ext cx="2742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زمان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A9FC4F-5D37-E2DC-D9B7-2DFA138F332C}"/>
              </a:ext>
            </a:extLst>
          </p:cNvPr>
          <p:cNvSpPr txBox="1"/>
          <p:nvPr/>
        </p:nvSpPr>
        <p:spPr>
          <a:xfrm>
            <a:off x="0" y="8436638"/>
            <a:ext cx="2739426" cy="142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وۆرد: زۆر باش</a:t>
            </a:r>
          </a:p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پاوەرپۆینت: مامناوەند</a:t>
            </a:r>
          </a:p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ئیکسێڵ: زۆر باش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8" name="Hexagon 97">
            <a:extLst>
              <a:ext uri="{FF2B5EF4-FFF2-40B4-BE49-F238E27FC236}">
                <a16:creationId xmlns:a16="http://schemas.microsoft.com/office/drawing/2014/main" id="{A0FCC10A-0A12-E2CF-E3DA-7A8EDB3B7A82}"/>
              </a:ext>
            </a:extLst>
          </p:cNvPr>
          <p:cNvSpPr/>
          <p:nvPr/>
        </p:nvSpPr>
        <p:spPr>
          <a:xfrm rot="5400000">
            <a:off x="4640750" y="599852"/>
            <a:ext cx="1908000" cy="1728000"/>
          </a:xfrm>
          <a:prstGeom prst="hexagon">
            <a:avLst/>
          </a:prstGeom>
          <a:solidFill>
            <a:schemeClr val="bg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FCB585F-9AF1-DC5B-6716-110F5B168743}"/>
              </a:ext>
            </a:extLst>
          </p:cNvPr>
          <p:cNvCxnSpPr>
            <a:cxnSpLocks/>
          </p:cNvCxnSpPr>
          <p:nvPr/>
        </p:nvCxnSpPr>
        <p:spPr>
          <a:xfrm flipH="1">
            <a:off x="6626296" y="5547218"/>
            <a:ext cx="0" cy="43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398EBFE-1FEE-5ADA-7FDB-91FB7352F059}"/>
              </a:ext>
            </a:extLst>
          </p:cNvPr>
          <p:cNvSpPr/>
          <p:nvPr/>
        </p:nvSpPr>
        <p:spPr>
          <a:xfrm rot="18900000" flipH="1">
            <a:off x="6572871" y="5502547"/>
            <a:ext cx="108000" cy="10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392AD66C-9AFC-63F8-BAEE-48AF92ED4FB1}"/>
              </a:ext>
            </a:extLst>
          </p:cNvPr>
          <p:cNvSpPr/>
          <p:nvPr/>
        </p:nvSpPr>
        <p:spPr>
          <a:xfrm rot="18900000" flipH="1">
            <a:off x="6573144" y="5958263"/>
            <a:ext cx="108000" cy="10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7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54</Words>
  <Application>Microsoft Office PowerPoint</Application>
  <PresentationFormat>A4 Paper (210x297 mm)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Unikurd Goran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3</cp:revision>
  <dcterms:created xsi:type="dcterms:W3CDTF">2026-07-09T03:20:23Z</dcterms:created>
  <dcterms:modified xsi:type="dcterms:W3CDTF">2026-07-09T23:31:27Z</dcterms:modified>
</cp:coreProperties>
</file>