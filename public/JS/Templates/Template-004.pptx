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E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251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6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6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0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7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6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8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0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1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3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E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E6596-4A85-CFE0-ABF2-7C13FEDE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26EE4FD-E8C8-9CBA-66DA-2DBD88CC4669}"/>
              </a:ext>
            </a:extLst>
          </p:cNvPr>
          <p:cNvSpPr/>
          <p:nvPr/>
        </p:nvSpPr>
        <p:spPr>
          <a:xfrm>
            <a:off x="-1" y="0"/>
            <a:ext cx="3423049" cy="990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C6245F-DF23-F111-E4D2-9B97115D7382}"/>
              </a:ext>
            </a:extLst>
          </p:cNvPr>
          <p:cNvSpPr/>
          <p:nvPr/>
        </p:nvSpPr>
        <p:spPr>
          <a:xfrm>
            <a:off x="-1" y="1672833"/>
            <a:ext cx="2681702" cy="7200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3200" b="1" dirty="0"/>
              <a:t>      کەسایەتی</a:t>
            </a:r>
            <a:endParaRPr lang="en-US" sz="3200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FEAB6F-2F3C-5DEE-544C-E26970A3F15F}"/>
              </a:ext>
            </a:extLst>
          </p:cNvPr>
          <p:cNvSpPr/>
          <p:nvPr/>
        </p:nvSpPr>
        <p:spPr>
          <a:xfrm>
            <a:off x="3423049" y="8313860"/>
            <a:ext cx="3434951" cy="6048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2800" b="1" dirty="0"/>
              <a:t>زمان</a:t>
            </a:r>
            <a:endParaRPr lang="en-US" sz="3600" b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78544C-B99D-218B-F2F6-B0BA5E146744}"/>
              </a:ext>
            </a:extLst>
          </p:cNvPr>
          <p:cNvSpPr/>
          <p:nvPr/>
        </p:nvSpPr>
        <p:spPr>
          <a:xfrm>
            <a:off x="0" y="0"/>
            <a:ext cx="3434951" cy="16432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AE50FC-AE11-39CE-A611-5880307D7862}"/>
              </a:ext>
            </a:extLst>
          </p:cNvPr>
          <p:cNvSpPr/>
          <p:nvPr/>
        </p:nvSpPr>
        <p:spPr>
          <a:xfrm>
            <a:off x="3429000" y="1643200"/>
            <a:ext cx="3429000" cy="6048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sz="11250" b="1" dirty="0"/>
          </a:p>
        </p:txBody>
      </p:sp>
      <p:pic>
        <p:nvPicPr>
          <p:cNvPr id="9" name="Picture 8" descr="HD White Round Circle Phone Icon Transparent PNG">
            <a:extLst>
              <a:ext uri="{FF2B5EF4-FFF2-40B4-BE49-F238E27FC236}">
                <a16:creationId xmlns:a16="http://schemas.microsoft.com/office/drawing/2014/main" id="{1C68A409-CCAC-4063-4725-04545242E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417" l="5625" r="94167">
                        <a14:foregroundMark x1="30966" y1="6868" x2="43333" y2="3333"/>
                        <a14:foregroundMark x1="43333" y1="3333" x2="55417" y2="3125"/>
                        <a14:foregroundMark x1="55417" y1="3125" x2="72634" y2="8803"/>
                        <a14:foregroundMark x1="68958" y1="7083" x2="63542" y2="4792"/>
                        <a14:foregroundMark x1="63542" y1="4792" x2="43958" y2="5000"/>
                        <a14:foregroundMark x1="43958" y1="5000" x2="37083" y2="6250"/>
                        <a14:foregroundMark x1="9375" y1="26458" x2="5417" y2="47292"/>
                        <a14:foregroundMark x1="5417" y1="47292" x2="5833" y2="58958"/>
                        <a14:foregroundMark x1="5833" y1="58958" x2="10208" y2="71458"/>
                        <a14:foregroundMark x1="10208" y1="71458" x2="10833" y2="72083"/>
                        <a14:foregroundMark x1="89583" y1="73958" x2="94222" y2="53792"/>
                        <a14:foregroundMark x1="94035" y1="50203" x2="92292" y2="35208"/>
                        <a14:foregroundMark x1="92292" y1="35208" x2="88958" y2="26458"/>
                        <a14:foregroundMark x1="95417" y1="39583" x2="96170" y2="44642"/>
                        <a14:foregroundMark x1="94762" y1="61241" x2="94167" y2="64583"/>
                        <a14:foregroundMark x1="94167" y1="64583" x2="93958" y2="65000"/>
                        <a14:foregroundMark x1="25417" y1="90208" x2="49375" y2="96667"/>
                        <a14:foregroundMark x1="49375" y1="96667" x2="61667" y2="95417"/>
                        <a14:foregroundMark x1="61667" y1="95417" x2="77708" y2="86667"/>
                        <a14:foregroundMark x1="77708" y1="86667" x2="77708" y2="86667"/>
                        <a14:foregroundMark x1="30833" y1="7500" x2="25000" y2="10000"/>
                        <a14:foregroundMark x1="25000" y1="10000" x2="22083" y2="12917"/>
                        <a14:foregroundMark x1="78958" y1="13542" x2="73958" y2="9583"/>
                        <a14:foregroundMark x1="78542" y1="13125" x2="78542" y2="12917"/>
                        <a14:foregroundMark x1="78542" y1="12917" x2="77708" y2="11875"/>
                        <a14:foregroundMark x1="79792" y1="14792" x2="76458" y2="11667"/>
                        <a14:foregroundMark x1="76458" y1="11667" x2="76250" y2="11458"/>
                        <a14:foregroundMark x1="77292" y1="11250" x2="80833" y2="14583"/>
                        <a14:foregroundMark x1="80833" y1="14583" x2="80833" y2="14583"/>
                        <a14:foregroundMark x1="72292" y1="8542" x2="73542" y2="9792"/>
                        <a14:backgroundMark x1="30417" y1="6250" x2="29952" y2="6472"/>
                        <a14:backgroundMark x1="97292" y1="44583" x2="98125" y2="60625"/>
                        <a14:backgroundMark x1="98125" y1="60625" x2="96667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900" y="1675600"/>
            <a:ext cx="540000" cy="54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902309-7C4E-1155-9FC7-60237875D1E4}"/>
              </a:ext>
            </a:extLst>
          </p:cNvPr>
          <p:cNvSpPr txBox="1"/>
          <p:nvPr/>
        </p:nvSpPr>
        <p:spPr>
          <a:xfrm>
            <a:off x="3975100" y="2303003"/>
            <a:ext cx="288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u-Arab-IQ" sz="3600" dirty="0">
                <a:solidFill>
                  <a:srgbClr val="4F1F09"/>
                </a:solidFill>
              </a:rPr>
              <a:t>٠٧٥٠١٣٨٤٦٩٢</a:t>
            </a:r>
            <a:endParaRPr lang="en-US" sz="3600" dirty="0">
              <a:solidFill>
                <a:srgbClr val="4F1F09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7BB523-9D51-105B-B063-D0912D6C00F8}"/>
              </a:ext>
            </a:extLst>
          </p:cNvPr>
          <p:cNvSpPr/>
          <p:nvPr/>
        </p:nvSpPr>
        <p:spPr>
          <a:xfrm>
            <a:off x="3429000" y="2865078"/>
            <a:ext cx="3429000" cy="6048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sz="11250" b="1" dirty="0"/>
          </a:p>
        </p:txBody>
      </p:sp>
      <p:pic>
        <p:nvPicPr>
          <p:cNvPr id="13" name="Picture 16" descr="Location Icon Circle Vector Art, Icons, and Graphics for Free Download">
            <a:extLst>
              <a:ext uri="{FF2B5EF4-FFF2-40B4-BE49-F238E27FC236}">
                <a16:creationId xmlns:a16="http://schemas.microsoft.com/office/drawing/2014/main" id="{EEA3CB04-EA06-350A-55CE-093BCA8FF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5" t="18413" r="56410" b="20824"/>
          <a:stretch/>
        </p:blipFill>
        <p:spPr bwMode="auto">
          <a:xfrm>
            <a:off x="6264951" y="2897478"/>
            <a:ext cx="545949" cy="54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C565988-492D-109C-8138-9AD23C005D37}"/>
              </a:ext>
            </a:extLst>
          </p:cNvPr>
          <p:cNvSpPr txBox="1"/>
          <p:nvPr/>
        </p:nvSpPr>
        <p:spPr>
          <a:xfrm>
            <a:off x="3429000" y="3521868"/>
            <a:ext cx="3381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sz="2800" b="1" dirty="0">
                <a:solidFill>
                  <a:srgbClr val="4F1F09"/>
                </a:solidFill>
              </a:rPr>
              <a:t> شار/ پارێزگا/ کوردستان/ </a:t>
            </a:r>
            <a:r>
              <a:rPr lang="ku-Arab-IQ" sz="2800" b="1" dirty="0">
                <a:solidFill>
                  <a:srgbClr val="F5DEB3"/>
                </a:solidFill>
              </a:rPr>
              <a:t>.</a:t>
            </a:r>
            <a:r>
              <a:rPr lang="ku-Arab-IQ" sz="2800" b="1" dirty="0">
                <a:solidFill>
                  <a:srgbClr val="4F1F09"/>
                </a:solidFill>
              </a:rPr>
              <a:t>عێڕاق</a:t>
            </a:r>
            <a:endParaRPr lang="en-US" sz="2800" b="1" dirty="0">
              <a:solidFill>
                <a:srgbClr val="4F1F09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A55B74-F5D9-950D-0CDB-17D6C0C54DE0}"/>
              </a:ext>
            </a:extLst>
          </p:cNvPr>
          <p:cNvSpPr/>
          <p:nvPr/>
        </p:nvSpPr>
        <p:spPr>
          <a:xfrm>
            <a:off x="3429000" y="4523200"/>
            <a:ext cx="3429000" cy="6048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sz="1125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855F37-1103-75AC-987C-B9EEF3E6D911}"/>
              </a:ext>
            </a:extLst>
          </p:cNvPr>
          <p:cNvSpPr txBox="1"/>
          <p:nvPr/>
        </p:nvSpPr>
        <p:spPr>
          <a:xfrm>
            <a:off x="3535681" y="5128000"/>
            <a:ext cx="3275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4F1F09"/>
                </a:solidFill>
              </a:rPr>
              <a:t>email@example.com</a:t>
            </a:r>
          </a:p>
        </p:txBody>
      </p:sp>
      <p:pic>
        <p:nvPicPr>
          <p:cNvPr id="15" name="Picture 10" descr="HD Letter Email Round White Icon PNG">
            <a:extLst>
              <a:ext uri="{FF2B5EF4-FFF2-40B4-BE49-F238E27FC236}">
                <a16:creationId xmlns:a16="http://schemas.microsoft.com/office/drawing/2014/main" id="{2FBAF3DE-93A6-236E-BEF2-627EE5E1B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658" b="94565" l="6522" r="94429">
                        <a14:foregroundMark x1="13859" y1="21060" x2="34103" y2="9375"/>
                        <a14:foregroundMark x1="34103" y1="9375" x2="41033" y2="6929"/>
                        <a14:foregroundMark x1="41033" y1="6929" x2="48913" y2="6522"/>
                        <a14:foregroundMark x1="48913" y1="6522" x2="62364" y2="8016"/>
                        <a14:foregroundMark x1="62364" y1="8016" x2="73234" y2="13451"/>
                        <a14:foregroundMark x1="73234" y1="13451" x2="90082" y2="33832"/>
                        <a14:foregroundMark x1="90082" y1="33832" x2="93478" y2="53804"/>
                        <a14:foregroundMark x1="93478" y1="53804" x2="91712" y2="64402"/>
                        <a14:foregroundMark x1="91712" y1="64402" x2="88587" y2="71196"/>
                        <a14:foregroundMark x1="88587" y1="71196" x2="69565" y2="87228"/>
                        <a14:foregroundMark x1="69565" y1="87228" x2="59103" y2="91168"/>
                        <a14:foregroundMark x1="59103" y1="91168" x2="37228" y2="92799"/>
                        <a14:foregroundMark x1="37228" y1="92799" x2="25543" y2="86277"/>
                        <a14:foregroundMark x1="25543" y1="86277" x2="12228" y2="73098"/>
                        <a14:foregroundMark x1="12228" y1="73098" x2="8288" y2="65217"/>
                        <a14:foregroundMark x1="8288" y1="65217" x2="6522" y2="52853"/>
                        <a14:foregroundMark x1="6522" y1="52853" x2="12364" y2="28397"/>
                        <a14:foregroundMark x1="12364" y1="28397" x2="17799" y2="18342"/>
                        <a14:foregroundMark x1="17799" y1="18342" x2="19701" y2="16848"/>
                        <a14:foregroundMark x1="35190" y1="6522" x2="54891" y2="5842"/>
                        <a14:foregroundMark x1="54891" y1="5842" x2="59783" y2="6658"/>
                        <a14:foregroundMark x1="59783" y1="6658" x2="61685" y2="7473"/>
                        <a14:foregroundMark x1="92935" y1="37772" x2="93342" y2="43478"/>
                        <a14:foregroundMark x1="93342" y1="43478" x2="94022" y2="38587"/>
                        <a14:foregroundMark x1="94022" y1="38587" x2="94565" y2="54755"/>
                        <a14:foregroundMark x1="94565" y1="54755" x2="92255" y2="63587"/>
                        <a14:foregroundMark x1="63995" y1="92935" x2="43071" y2="94565"/>
                        <a14:foregroundMark x1="43071" y1="94565" x2="34647" y2="922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951" y="4555600"/>
            <a:ext cx="540000" cy="54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07D125F-117D-DCD2-067F-9FC93A3F477D}"/>
              </a:ext>
            </a:extLst>
          </p:cNvPr>
          <p:cNvSpPr/>
          <p:nvPr/>
        </p:nvSpPr>
        <p:spPr>
          <a:xfrm>
            <a:off x="3429000" y="5622065"/>
            <a:ext cx="3429000" cy="6048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sz="11250" b="1" dirty="0"/>
          </a:p>
        </p:txBody>
      </p:sp>
      <p:pic>
        <p:nvPicPr>
          <p:cNvPr id="17" name="Picture 4" descr="Date of birth - Free user icons">
            <a:extLst>
              <a:ext uri="{FF2B5EF4-FFF2-40B4-BE49-F238E27FC236}">
                <a16:creationId xmlns:a16="http://schemas.microsoft.com/office/drawing/2014/main" id="{1148E86C-2865-0A4C-3475-DE743AB5C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951" y="5672465"/>
            <a:ext cx="504000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A6837C2-0902-E7D2-9DE4-AB0A8A8663E1}"/>
              </a:ext>
            </a:extLst>
          </p:cNvPr>
          <p:cNvSpPr txBox="1"/>
          <p:nvPr/>
        </p:nvSpPr>
        <p:spPr>
          <a:xfrm>
            <a:off x="3535681" y="6259265"/>
            <a:ext cx="3269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2400" b="1" dirty="0">
                <a:solidFill>
                  <a:srgbClr val="4F1F09"/>
                </a:solidFill>
              </a:rPr>
              <a:t> ڕۆژ / مانگ / ساڵ</a:t>
            </a:r>
            <a:endParaRPr lang="en-US" sz="2400" b="1" dirty="0">
              <a:solidFill>
                <a:srgbClr val="4F1F09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6F51FD-9FFD-C83E-1C18-5710711070BB}"/>
              </a:ext>
            </a:extLst>
          </p:cNvPr>
          <p:cNvSpPr/>
          <p:nvPr/>
        </p:nvSpPr>
        <p:spPr>
          <a:xfrm>
            <a:off x="3423049" y="6720930"/>
            <a:ext cx="3434951" cy="6048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2800" b="1" dirty="0"/>
              <a:t>شارەزایی</a:t>
            </a:r>
            <a:endParaRPr lang="en-US" sz="36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D5D48C-5B13-C244-317B-BDB36D087D9A}"/>
              </a:ext>
            </a:extLst>
          </p:cNvPr>
          <p:cNvSpPr txBox="1"/>
          <p:nvPr/>
        </p:nvSpPr>
        <p:spPr>
          <a:xfrm>
            <a:off x="3423049" y="7325730"/>
            <a:ext cx="34349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2000" b="1" dirty="0">
                <a:solidFill>
                  <a:srgbClr val="4F1F09"/>
                </a:solidFill>
              </a:rPr>
              <a:t>وۆرد: زۆر باش</a:t>
            </a:r>
          </a:p>
          <a:p>
            <a:pPr algn="just" rtl="1"/>
            <a:r>
              <a:rPr lang="ku-Arab-IQ" sz="2000" b="1" dirty="0">
                <a:solidFill>
                  <a:srgbClr val="4F1F09"/>
                </a:solidFill>
              </a:rPr>
              <a:t>پاوەرپۆینت: مامناوەند</a:t>
            </a:r>
          </a:p>
          <a:p>
            <a:pPr algn="just" rtl="1"/>
            <a:r>
              <a:rPr lang="ku-Arab-IQ" sz="2000" b="1" dirty="0">
                <a:solidFill>
                  <a:srgbClr val="4F1F09"/>
                </a:solidFill>
              </a:rPr>
              <a:t>ئیکسێڵ: زۆر باش</a:t>
            </a:r>
            <a:endParaRPr lang="en-US" sz="2000" b="1" dirty="0">
              <a:solidFill>
                <a:srgbClr val="4F1F09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AF3BE1-599F-5A80-223C-3F662C285A47}"/>
              </a:ext>
            </a:extLst>
          </p:cNvPr>
          <p:cNvSpPr txBox="1"/>
          <p:nvPr/>
        </p:nvSpPr>
        <p:spPr>
          <a:xfrm>
            <a:off x="3423049" y="8890337"/>
            <a:ext cx="34349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2000" b="1" dirty="0">
                <a:solidFill>
                  <a:srgbClr val="4F1F09"/>
                </a:solidFill>
              </a:rPr>
              <a:t>کوردی: </a:t>
            </a:r>
            <a:r>
              <a:rPr lang="ku-Arab-IQ" sz="2000" dirty="0">
                <a:solidFill>
                  <a:srgbClr val="4F1F09"/>
                </a:solidFill>
              </a:rPr>
              <a:t>زمانی دایك</a:t>
            </a:r>
            <a:endParaRPr lang="ku-Arab-IQ" sz="2000" b="1" dirty="0">
              <a:solidFill>
                <a:srgbClr val="4F1F09"/>
              </a:solidFill>
            </a:endParaRPr>
          </a:p>
          <a:p>
            <a:pPr algn="just" rtl="1"/>
            <a:r>
              <a:rPr lang="ku-Arab-IQ" sz="2000" b="1" dirty="0">
                <a:solidFill>
                  <a:srgbClr val="4F1F09"/>
                </a:solidFill>
              </a:rPr>
              <a:t>عەربی: </a:t>
            </a:r>
            <a:r>
              <a:rPr lang="ku-Arab-IQ" sz="2000" dirty="0">
                <a:solidFill>
                  <a:srgbClr val="4F1F09"/>
                </a:solidFill>
              </a:rPr>
              <a:t>زۆر باش</a:t>
            </a:r>
            <a:endParaRPr lang="ku-Arab-IQ" sz="2000" b="1" dirty="0">
              <a:solidFill>
                <a:srgbClr val="4F1F09"/>
              </a:solidFill>
            </a:endParaRPr>
          </a:p>
          <a:p>
            <a:pPr algn="just" rtl="1"/>
            <a:r>
              <a:rPr lang="ku-Arab-IQ" sz="2000" b="1" dirty="0">
                <a:solidFill>
                  <a:srgbClr val="4F1F09"/>
                </a:solidFill>
              </a:rPr>
              <a:t>ئینگلیزی: </a:t>
            </a:r>
            <a:r>
              <a:rPr lang="ku-Arab-IQ" sz="2000" dirty="0">
                <a:solidFill>
                  <a:srgbClr val="4F1F09"/>
                </a:solidFill>
              </a:rPr>
              <a:t>مامناوەند</a:t>
            </a:r>
            <a:endParaRPr lang="en-US" sz="2000" b="1" dirty="0">
              <a:solidFill>
                <a:srgbClr val="4F1F09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4099D3-5824-163A-E6AD-8A3310C74BAE}"/>
              </a:ext>
            </a:extLst>
          </p:cNvPr>
          <p:cNvSpPr txBox="1"/>
          <p:nvPr/>
        </p:nvSpPr>
        <p:spPr>
          <a:xfrm>
            <a:off x="0" y="506129"/>
            <a:ext cx="256031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u-Arab-IQ" sz="3500" b="1" dirty="0">
                <a:solidFill>
                  <a:schemeClr val="bg1"/>
                </a:solidFill>
              </a:rPr>
              <a:t>نـاو بـاوك بـاپیـر</a:t>
            </a:r>
            <a:endParaRPr lang="en-US" sz="3500" b="1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C81CAB-4033-492D-6F43-D356A690EEF5}"/>
              </a:ext>
            </a:extLst>
          </p:cNvPr>
          <p:cNvSpPr txBox="1"/>
          <p:nvPr/>
        </p:nvSpPr>
        <p:spPr>
          <a:xfrm>
            <a:off x="0" y="2411535"/>
            <a:ext cx="33759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2000" dirty="0"/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3B043B6-4BF9-366C-AE02-327DC7B43BB5}"/>
              </a:ext>
            </a:extLst>
          </p:cNvPr>
          <p:cNvSpPr/>
          <p:nvPr/>
        </p:nvSpPr>
        <p:spPr>
          <a:xfrm>
            <a:off x="0" y="4677006"/>
            <a:ext cx="3423048" cy="7200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3200" b="1" dirty="0"/>
              <a:t> بڕوانامە</a:t>
            </a:r>
            <a:endParaRPr lang="en-US" sz="32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3EB8CD-EDB2-9EF7-FDCF-3E539720BE64}"/>
              </a:ext>
            </a:extLst>
          </p:cNvPr>
          <p:cNvSpPr txBox="1"/>
          <p:nvPr/>
        </p:nvSpPr>
        <p:spPr>
          <a:xfrm>
            <a:off x="-1" y="5394144"/>
            <a:ext cx="337000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2000" dirty="0"/>
              <a:t>١. .........................................</a:t>
            </a:r>
          </a:p>
          <a:p>
            <a:pPr algn="just" rtl="1"/>
            <a:r>
              <a:rPr lang="ku-Arab-IQ" sz="2000" dirty="0"/>
              <a:t>......................................</a:t>
            </a:r>
          </a:p>
          <a:p>
            <a:pPr algn="just" rtl="1"/>
            <a:r>
              <a:rPr lang="ku-Arab-IQ" sz="2000" dirty="0"/>
              <a:t>٢. .........................................</a:t>
            </a:r>
          </a:p>
          <a:p>
            <a:pPr algn="just" rtl="1"/>
            <a:r>
              <a:rPr lang="ku-Arab-IQ" sz="2000" dirty="0"/>
              <a:t>.................................................................................</a:t>
            </a:r>
            <a:endParaRPr lang="en-US" sz="20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47669F8-ED46-99C2-84E6-8407612997D1}"/>
              </a:ext>
            </a:extLst>
          </p:cNvPr>
          <p:cNvSpPr/>
          <p:nvPr/>
        </p:nvSpPr>
        <p:spPr>
          <a:xfrm>
            <a:off x="-552" y="7022497"/>
            <a:ext cx="3423600" cy="7200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3200" b="1" dirty="0"/>
              <a:t> ئەزموون</a:t>
            </a:r>
            <a:endParaRPr lang="en-US" sz="32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72B5C4-138C-5D75-6183-709FD765ECC6}"/>
              </a:ext>
            </a:extLst>
          </p:cNvPr>
          <p:cNvSpPr txBox="1"/>
          <p:nvPr/>
        </p:nvSpPr>
        <p:spPr>
          <a:xfrm>
            <a:off x="0" y="7742301"/>
            <a:ext cx="3370000" cy="2214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1970" dirty="0"/>
              <a:t>١. .........................................</a:t>
            </a:r>
          </a:p>
          <a:p>
            <a:pPr algn="just" rtl="1"/>
            <a:r>
              <a:rPr lang="ku-Arab-IQ" sz="1970" dirty="0"/>
              <a:t>.................................................................</a:t>
            </a:r>
          </a:p>
          <a:p>
            <a:pPr algn="just" rtl="1"/>
            <a:r>
              <a:rPr lang="ku-Arab-IQ" sz="1970" dirty="0"/>
              <a:t>٢. .........................................</a:t>
            </a:r>
          </a:p>
          <a:p>
            <a:pPr algn="just" rtl="1"/>
            <a:r>
              <a:rPr lang="ku-Arab-IQ" sz="1970" dirty="0"/>
              <a:t>.............................................................................................................................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5E0C903-7C62-BF63-E648-D389D599F188}"/>
              </a:ext>
            </a:extLst>
          </p:cNvPr>
          <p:cNvSpPr/>
          <p:nvPr/>
        </p:nvSpPr>
        <p:spPr>
          <a:xfrm rot="2700000">
            <a:off x="-102600" y="1462837"/>
            <a:ext cx="7063200" cy="7063200"/>
          </a:xfrm>
          <a:custGeom>
            <a:avLst/>
            <a:gdLst>
              <a:gd name="csX0" fmla="*/ 0 w 38120126"/>
              <a:gd name="csY0" fmla="*/ 0 h 38120126"/>
              <a:gd name="csX1" fmla="*/ 12600000 w 38120126"/>
              <a:gd name="csY1" fmla="*/ 1 h 38120126"/>
              <a:gd name="csX2" fmla="*/ 12600001 w 38120126"/>
              <a:gd name="csY2" fmla="*/ 11963605 h 38120126"/>
              <a:gd name="csX3" fmla="*/ 38120126 w 38120126"/>
              <a:gd name="csY3" fmla="*/ 37483730 h 38120126"/>
              <a:gd name="csX4" fmla="*/ 37483730 w 38120126"/>
              <a:gd name="csY4" fmla="*/ 38120126 h 38120126"/>
              <a:gd name="csX5" fmla="*/ 11963605 w 38120126"/>
              <a:gd name="csY5" fmla="*/ 12600001 h 38120126"/>
              <a:gd name="csX6" fmla="*/ 1 w 38120126"/>
              <a:gd name="csY6" fmla="*/ 12600001 h 38120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120126" h="38120126">
                <a:moveTo>
                  <a:pt x="0" y="0"/>
                </a:moveTo>
                <a:lnTo>
                  <a:pt x="12600000" y="1"/>
                </a:lnTo>
                <a:lnTo>
                  <a:pt x="12600001" y="11963605"/>
                </a:lnTo>
                <a:lnTo>
                  <a:pt x="38120126" y="37483730"/>
                </a:lnTo>
                <a:lnTo>
                  <a:pt x="37483730" y="38120126"/>
                </a:lnTo>
                <a:lnTo>
                  <a:pt x="11963605" y="12600001"/>
                </a:lnTo>
                <a:lnTo>
                  <a:pt x="1" y="12600001"/>
                </a:lnTo>
                <a:close/>
              </a:path>
            </a:pathLst>
          </a:custGeom>
          <a:gradFill flip="none" rotWithShape="1">
            <a:gsLst>
              <a:gs pos="62000">
                <a:srgbClr val="4F1F09"/>
              </a:gs>
              <a:gs pos="87000">
                <a:srgbClr val="4F1F09"/>
              </a:gs>
              <a:gs pos="25000">
                <a:srgbClr val="8E3710"/>
              </a:gs>
              <a:gs pos="0">
                <a:srgbClr val="8E3710"/>
              </a:gs>
              <a:gs pos="100000">
                <a:srgbClr val="8E3710"/>
              </a:gs>
              <a:gs pos="75000">
                <a:srgbClr val="8E3710"/>
              </a:gs>
              <a:gs pos="50000">
                <a:srgbClr val="8E3710"/>
              </a:gs>
              <a:gs pos="37000">
                <a:srgbClr val="4F1F09"/>
              </a:gs>
              <a:gs pos="12000">
                <a:srgbClr val="4F1F09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B4DCC27C-E7E4-EEBD-C09E-B1F64FC7BEA6}"/>
              </a:ext>
            </a:extLst>
          </p:cNvPr>
          <p:cNvSpPr/>
          <p:nvPr/>
        </p:nvSpPr>
        <p:spPr>
          <a:xfrm>
            <a:off x="1983048" y="203200"/>
            <a:ext cx="2880000" cy="2880000"/>
          </a:xfrm>
          <a:custGeom>
            <a:avLst/>
            <a:gdLst>
              <a:gd name="csX0" fmla="*/ 1440000 w 2880000"/>
              <a:gd name="csY0" fmla="*/ 0 h 2880000"/>
              <a:gd name="csX1" fmla="*/ 2880000 w 2880000"/>
              <a:gd name="csY1" fmla="*/ 1440000 h 2880000"/>
              <a:gd name="csX2" fmla="*/ 1440000 w 2880000"/>
              <a:gd name="csY2" fmla="*/ 2880000 h 2880000"/>
              <a:gd name="csX3" fmla="*/ 0 w 2880000"/>
              <a:gd name="csY3" fmla="*/ 1440000 h 288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80000" h="2880000">
                <a:moveTo>
                  <a:pt x="1440000" y="0"/>
                </a:moveTo>
                <a:lnTo>
                  <a:pt x="2880000" y="1440000"/>
                </a:lnTo>
                <a:lnTo>
                  <a:pt x="1440000" y="288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39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71</Words>
  <Application>Microsoft Office PowerPoint</Application>
  <PresentationFormat>A4 Paper (210x297 mm)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Nadir</dc:creator>
  <cp:lastModifiedBy>Ahmad Nadir</cp:lastModifiedBy>
  <cp:revision>2</cp:revision>
  <dcterms:created xsi:type="dcterms:W3CDTF">2026-07-09T03:20:23Z</dcterms:created>
  <dcterms:modified xsi:type="dcterms:W3CDTF">2026-07-09T21:43:11Z</dcterms:modified>
</cp:coreProperties>
</file>