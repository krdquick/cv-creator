
<file path=[Content_Types].xml><?xml version="1.0" encoding="utf-8"?>
<Types xmlns="http://schemas.openxmlformats.org/package/2006/content-types">
  <Default Extension="35401157350753143" ContentType="image/unknown"/>
  <Default Extension="jpeg" ContentType="image/jpeg"/>
  <Default Extension="jpg" ContentType="image/unknown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13.jpg" ContentType="image/jpeg"/>
  <Override PartName="/ppt/media/image15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4" r:id="rId9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hmad Nadir" initials="AN" lastIdx="1" clrIdx="0">
    <p:extLst>
      <p:ext uri="{19B8F6BF-5375-455C-9EA6-DF929625EA0E}">
        <p15:presenceInfo xmlns:p15="http://schemas.microsoft.com/office/powerpoint/2012/main" userId="9c6f1e5f698f796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DEB3"/>
    <a:srgbClr val="920000"/>
    <a:srgbClr val="760000"/>
    <a:srgbClr val="A80000"/>
    <a:srgbClr val="4F1F09"/>
    <a:srgbClr val="8E3710"/>
    <a:srgbClr val="0066FF"/>
    <a:srgbClr val="00317A"/>
    <a:srgbClr val="0049B4"/>
    <a:srgbClr val="227A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588" autoAdjust="0"/>
  </p:normalViewPr>
  <p:slideViewPr>
    <p:cSldViewPr snapToGrid="0">
      <p:cViewPr>
        <p:scale>
          <a:sx n="10" d="100"/>
          <a:sy n="10" d="100"/>
        </p:scale>
        <p:origin x="2875" y="1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46B8-82A1-4A1C-8751-5B6EF0BE807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BC07-AA5E-4FD4-9CE7-6A6E6DAF1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51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46B8-82A1-4A1C-8751-5B6EF0BE807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BC07-AA5E-4FD4-9CE7-6A6E6DAF1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58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46B8-82A1-4A1C-8751-5B6EF0BE807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BC07-AA5E-4FD4-9CE7-6A6E6DAF1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814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46B8-82A1-4A1C-8751-5B6EF0BE807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BC07-AA5E-4FD4-9CE7-6A6E6DAF1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63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46B8-82A1-4A1C-8751-5B6EF0BE807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BC07-AA5E-4FD4-9CE7-6A6E6DAF1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5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46B8-82A1-4A1C-8751-5B6EF0BE807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BC07-AA5E-4FD4-9CE7-6A6E6DAF1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29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46B8-82A1-4A1C-8751-5B6EF0BE807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BC07-AA5E-4FD4-9CE7-6A6E6DAF1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7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46B8-82A1-4A1C-8751-5B6EF0BE807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BC07-AA5E-4FD4-9CE7-6A6E6DAF1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871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46B8-82A1-4A1C-8751-5B6EF0BE807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BC07-AA5E-4FD4-9CE7-6A6E6DAF1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021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46B8-82A1-4A1C-8751-5B6EF0BE807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BC07-AA5E-4FD4-9CE7-6A6E6DAF1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372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46B8-82A1-4A1C-8751-5B6EF0BE807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BC07-AA5E-4FD4-9CE7-6A6E6DAF1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8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F46B8-82A1-4A1C-8751-5B6EF0BE807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8BC07-AA5E-4FD4-9CE7-6A6E6DAF1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76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Relationship Id="rId9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1.svg"/><Relationship Id="rId2" Type="http://schemas.openxmlformats.org/officeDocument/2006/relationships/image" Target="../media/image7.35401157350753143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3.jp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10" Type="http://schemas.openxmlformats.org/officeDocument/2006/relationships/image" Target="../media/image15.jpg"/><Relationship Id="rId4" Type="http://schemas.openxmlformats.org/officeDocument/2006/relationships/image" Target="../media/image5.jpeg"/><Relationship Id="rId9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F59AB45C-DF13-A2C8-DF3D-EB40F3F7DC98}"/>
              </a:ext>
            </a:extLst>
          </p:cNvPr>
          <p:cNvGrpSpPr/>
          <p:nvPr/>
        </p:nvGrpSpPr>
        <p:grpSpPr>
          <a:xfrm>
            <a:off x="2791125" y="4041750"/>
            <a:ext cx="1275750" cy="1822500"/>
            <a:chOff x="4961999" y="1808999"/>
            <a:chExt cx="2268000" cy="3240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D4F5A8C-F037-08BA-A26D-4881204D9B73}"/>
                </a:ext>
              </a:extLst>
            </p:cNvPr>
            <p:cNvSpPr/>
            <p:nvPr/>
          </p:nvSpPr>
          <p:spPr>
            <a:xfrm rot="-600000">
              <a:off x="4961999" y="1808999"/>
              <a:ext cx="2268000" cy="3240000"/>
            </a:xfrm>
            <a:prstGeom prst="rect">
              <a:avLst/>
            </a:prstGeom>
            <a:solidFill>
              <a:srgbClr val="F5DEB3"/>
            </a:solidFill>
            <a:ln>
              <a:solidFill>
                <a:srgbClr val="C4A48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E7E97E23-FAD0-E8F1-BFBD-50AFA67D4E07}"/>
                </a:ext>
              </a:extLst>
            </p:cNvPr>
            <p:cNvSpPr/>
            <p:nvPr/>
          </p:nvSpPr>
          <p:spPr>
            <a:xfrm>
              <a:off x="5069999" y="1925579"/>
              <a:ext cx="792000" cy="792000"/>
            </a:xfrm>
            <a:prstGeom prst="roundRect">
              <a:avLst/>
            </a:prstGeom>
            <a:solidFill>
              <a:srgbClr val="C4A4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7707631-EC24-8EF4-3519-B75205ACA8BA}"/>
                </a:ext>
              </a:extLst>
            </p:cNvPr>
            <p:cNvSpPr/>
            <p:nvPr/>
          </p:nvSpPr>
          <p:spPr>
            <a:xfrm>
              <a:off x="5195999" y="2327453"/>
              <a:ext cx="540000" cy="72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B7415B7E-AD08-3836-54C6-C7987994F88F}"/>
                </a:ext>
              </a:extLst>
            </p:cNvPr>
            <p:cNvGrpSpPr/>
            <p:nvPr/>
          </p:nvGrpSpPr>
          <p:grpSpPr>
            <a:xfrm>
              <a:off x="4961999" y="1808999"/>
              <a:ext cx="2268000" cy="3240000"/>
              <a:chOff x="4961999" y="1808999"/>
              <a:chExt cx="2268000" cy="3240000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FF601372-21AB-98E6-E8F1-D48F4B9EF5CF}"/>
                  </a:ext>
                </a:extLst>
              </p:cNvPr>
              <p:cNvSpPr/>
              <p:nvPr/>
            </p:nvSpPr>
            <p:spPr>
              <a:xfrm>
                <a:off x="4961999" y="1808999"/>
                <a:ext cx="2268000" cy="3240000"/>
              </a:xfrm>
              <a:custGeom>
                <a:avLst/>
                <a:gdLst>
                  <a:gd name="csX0" fmla="*/ 264002 w 2268000"/>
                  <a:gd name="csY0" fmla="*/ 144000 h 3240000"/>
                  <a:gd name="csX1" fmla="*/ 144000 w 2268000"/>
                  <a:gd name="csY1" fmla="*/ 264002 h 3240000"/>
                  <a:gd name="csX2" fmla="*/ 144000 w 2268000"/>
                  <a:gd name="csY2" fmla="*/ 743998 h 3240000"/>
                  <a:gd name="csX3" fmla="*/ 264002 w 2268000"/>
                  <a:gd name="csY3" fmla="*/ 864000 h 3240000"/>
                  <a:gd name="csX4" fmla="*/ 743998 w 2268000"/>
                  <a:gd name="csY4" fmla="*/ 864000 h 3240000"/>
                  <a:gd name="csX5" fmla="*/ 864000 w 2268000"/>
                  <a:gd name="csY5" fmla="*/ 743998 h 3240000"/>
                  <a:gd name="csX6" fmla="*/ 864000 w 2268000"/>
                  <a:gd name="csY6" fmla="*/ 264002 h 3240000"/>
                  <a:gd name="csX7" fmla="*/ 743998 w 2268000"/>
                  <a:gd name="csY7" fmla="*/ 144000 h 3240000"/>
                  <a:gd name="csX8" fmla="*/ 0 w 2268000"/>
                  <a:gd name="csY8" fmla="*/ 0 h 3240000"/>
                  <a:gd name="csX9" fmla="*/ 1908000 w 2268000"/>
                  <a:gd name="csY9" fmla="*/ 0 h 3240000"/>
                  <a:gd name="csX10" fmla="*/ 2268000 w 2268000"/>
                  <a:gd name="csY10" fmla="*/ 360000 h 3240000"/>
                  <a:gd name="csX11" fmla="*/ 2268000 w 2268000"/>
                  <a:gd name="csY11" fmla="*/ 3240000 h 3240000"/>
                  <a:gd name="csX12" fmla="*/ 0 w 2268000"/>
                  <a:gd name="csY12" fmla="*/ 3240000 h 3240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268000" h="3240000">
                    <a:moveTo>
                      <a:pt x="264002" y="144000"/>
                    </a:moveTo>
                    <a:cubicBezTo>
                      <a:pt x="197727" y="144000"/>
                      <a:pt x="144000" y="197727"/>
                      <a:pt x="144000" y="264002"/>
                    </a:cubicBezTo>
                    <a:lnTo>
                      <a:pt x="144000" y="743998"/>
                    </a:lnTo>
                    <a:cubicBezTo>
                      <a:pt x="144000" y="810273"/>
                      <a:pt x="197727" y="864000"/>
                      <a:pt x="264002" y="864000"/>
                    </a:cubicBezTo>
                    <a:lnTo>
                      <a:pt x="743998" y="864000"/>
                    </a:lnTo>
                    <a:cubicBezTo>
                      <a:pt x="810273" y="864000"/>
                      <a:pt x="864000" y="810273"/>
                      <a:pt x="864000" y="743998"/>
                    </a:cubicBezTo>
                    <a:lnTo>
                      <a:pt x="864000" y="264002"/>
                    </a:lnTo>
                    <a:cubicBezTo>
                      <a:pt x="864000" y="197727"/>
                      <a:pt x="810273" y="144000"/>
                      <a:pt x="743998" y="144000"/>
                    </a:cubicBezTo>
                    <a:close/>
                    <a:moveTo>
                      <a:pt x="0" y="0"/>
                    </a:moveTo>
                    <a:lnTo>
                      <a:pt x="1908000" y="0"/>
                    </a:lnTo>
                    <a:lnTo>
                      <a:pt x="2268000" y="360000"/>
                    </a:lnTo>
                    <a:lnTo>
                      <a:pt x="2268000" y="3240000"/>
                    </a:lnTo>
                    <a:lnTo>
                      <a:pt x="0" y="3240000"/>
                    </a:lnTo>
                    <a:close/>
                  </a:path>
                </a:pathLst>
              </a:custGeom>
              <a:solidFill>
                <a:srgbClr val="F5DEB3"/>
              </a:solidFill>
              <a:ln>
                <a:solidFill>
                  <a:srgbClr val="C4A48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8947E487-DB89-1779-7503-913572793032}"/>
                  </a:ext>
                </a:extLst>
              </p:cNvPr>
              <p:cNvSpPr/>
              <p:nvPr/>
            </p:nvSpPr>
            <p:spPr>
              <a:xfrm rot="10800000">
                <a:off x="6860473" y="1814292"/>
                <a:ext cx="360000" cy="360000"/>
              </a:xfrm>
              <a:custGeom>
                <a:avLst/>
                <a:gdLst>
                  <a:gd name="csX0" fmla="*/ 0 w 360000"/>
                  <a:gd name="csY0" fmla="*/ 0 h 360000"/>
                  <a:gd name="csX1" fmla="*/ 360000 w 360000"/>
                  <a:gd name="csY1" fmla="*/ 0 h 360000"/>
                  <a:gd name="csX2" fmla="*/ 360000 w 360000"/>
                  <a:gd name="csY2" fmla="*/ 360000 h 360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60000" h="360000">
                    <a:moveTo>
                      <a:pt x="0" y="0"/>
                    </a:moveTo>
                    <a:lnTo>
                      <a:pt x="360000" y="0"/>
                    </a:lnTo>
                    <a:lnTo>
                      <a:pt x="360000" y="360000"/>
                    </a:lnTo>
                    <a:close/>
                  </a:path>
                </a:pathLst>
              </a:custGeom>
              <a:solidFill>
                <a:srgbClr val="F5DEB3"/>
              </a:solidFill>
              <a:ln>
                <a:solidFill>
                  <a:srgbClr val="C4A48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/>
              </a:p>
            </p:txBody>
          </p:sp>
        </p:grp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AA289D1-9091-8AE4-4069-3F13FB5144D5}"/>
                </a:ext>
              </a:extLst>
            </p:cNvPr>
            <p:cNvSpPr/>
            <p:nvPr/>
          </p:nvSpPr>
          <p:spPr>
            <a:xfrm>
              <a:off x="5303999" y="2001117"/>
              <a:ext cx="324000" cy="32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F535AEE-0F01-4906-A345-A73FD65DFAB5}"/>
                </a:ext>
              </a:extLst>
            </p:cNvPr>
            <p:cNvSpPr txBox="1"/>
            <p:nvPr/>
          </p:nvSpPr>
          <p:spPr>
            <a:xfrm>
              <a:off x="6148823" y="1892862"/>
              <a:ext cx="642764" cy="920631"/>
            </a:xfrm>
            <a:custGeom>
              <a:avLst/>
              <a:gdLst/>
              <a:ahLst/>
              <a:cxnLst/>
              <a:rect l="l" t="t" r="r" b="b"/>
              <a:pathLst>
                <a:path w="642764" h="920631">
                  <a:moveTo>
                    <a:pt x="134070" y="812631"/>
                  </a:moveTo>
                  <a:lnTo>
                    <a:pt x="205155" y="851113"/>
                  </a:lnTo>
                  <a:lnTo>
                    <a:pt x="168545" y="920631"/>
                  </a:lnTo>
                  <a:lnTo>
                    <a:pt x="97155" y="882769"/>
                  </a:lnTo>
                  <a:close/>
                  <a:moveTo>
                    <a:pt x="36915" y="812631"/>
                  </a:moveTo>
                  <a:lnTo>
                    <a:pt x="108000" y="851113"/>
                  </a:lnTo>
                  <a:lnTo>
                    <a:pt x="71389" y="920631"/>
                  </a:lnTo>
                  <a:lnTo>
                    <a:pt x="0" y="882769"/>
                  </a:lnTo>
                  <a:close/>
                  <a:moveTo>
                    <a:pt x="275511" y="305553"/>
                  </a:moveTo>
                  <a:cubicBezTo>
                    <a:pt x="286673" y="305553"/>
                    <a:pt x="295900" y="308753"/>
                    <a:pt x="303193" y="315152"/>
                  </a:cubicBezTo>
                  <a:cubicBezTo>
                    <a:pt x="304830" y="316492"/>
                    <a:pt x="308625" y="320584"/>
                    <a:pt x="314578" y="327431"/>
                  </a:cubicBezTo>
                  <a:lnTo>
                    <a:pt x="302970" y="356675"/>
                  </a:lnTo>
                  <a:cubicBezTo>
                    <a:pt x="297463" y="352955"/>
                    <a:pt x="294189" y="350722"/>
                    <a:pt x="293147" y="349978"/>
                  </a:cubicBezTo>
                  <a:cubicBezTo>
                    <a:pt x="284068" y="344174"/>
                    <a:pt x="276627" y="341272"/>
                    <a:pt x="270823" y="341272"/>
                  </a:cubicBezTo>
                  <a:cubicBezTo>
                    <a:pt x="263679" y="341272"/>
                    <a:pt x="256238" y="343281"/>
                    <a:pt x="248498" y="347299"/>
                  </a:cubicBezTo>
                  <a:cubicBezTo>
                    <a:pt x="240759" y="351317"/>
                    <a:pt x="236890" y="355857"/>
                    <a:pt x="236890" y="360917"/>
                  </a:cubicBezTo>
                  <a:cubicBezTo>
                    <a:pt x="236890" y="367019"/>
                    <a:pt x="241355" y="372898"/>
                    <a:pt x="250284" y="378553"/>
                  </a:cubicBezTo>
                  <a:cubicBezTo>
                    <a:pt x="257279" y="382869"/>
                    <a:pt x="267846" y="387557"/>
                    <a:pt x="281985" y="392617"/>
                  </a:cubicBezTo>
                  <a:cubicBezTo>
                    <a:pt x="302672" y="382646"/>
                    <a:pt x="323731" y="374609"/>
                    <a:pt x="345162" y="368507"/>
                  </a:cubicBezTo>
                  <a:lnTo>
                    <a:pt x="334447" y="405119"/>
                  </a:lnTo>
                  <a:cubicBezTo>
                    <a:pt x="311825" y="410774"/>
                    <a:pt x="293221" y="417099"/>
                    <a:pt x="278636" y="424094"/>
                  </a:cubicBezTo>
                  <a:cubicBezTo>
                    <a:pt x="261819" y="432131"/>
                    <a:pt x="246489" y="442623"/>
                    <a:pt x="232648" y="455572"/>
                  </a:cubicBezTo>
                  <a:lnTo>
                    <a:pt x="225728" y="451776"/>
                  </a:lnTo>
                  <a:cubicBezTo>
                    <a:pt x="227663" y="444930"/>
                    <a:pt x="230267" y="438605"/>
                    <a:pt x="233541" y="432801"/>
                  </a:cubicBezTo>
                  <a:cubicBezTo>
                    <a:pt x="236369" y="427741"/>
                    <a:pt x="239643" y="423201"/>
                    <a:pt x="243364" y="419183"/>
                  </a:cubicBezTo>
                  <a:lnTo>
                    <a:pt x="217468" y="404449"/>
                  </a:lnTo>
                  <a:cubicBezTo>
                    <a:pt x="209878" y="399389"/>
                    <a:pt x="206082" y="393882"/>
                    <a:pt x="206082" y="387929"/>
                  </a:cubicBezTo>
                  <a:cubicBezTo>
                    <a:pt x="206082" y="383167"/>
                    <a:pt x="209059" y="374535"/>
                    <a:pt x="215012" y="362033"/>
                  </a:cubicBezTo>
                  <a:cubicBezTo>
                    <a:pt x="222156" y="347150"/>
                    <a:pt x="230341" y="334723"/>
                    <a:pt x="239569" y="324752"/>
                  </a:cubicBezTo>
                  <a:cubicBezTo>
                    <a:pt x="251475" y="311952"/>
                    <a:pt x="263456" y="305553"/>
                    <a:pt x="275511" y="305553"/>
                  </a:cubicBezTo>
                  <a:close/>
                  <a:moveTo>
                    <a:pt x="621001" y="222634"/>
                  </a:moveTo>
                  <a:lnTo>
                    <a:pt x="556244" y="389165"/>
                  </a:lnTo>
                  <a:cubicBezTo>
                    <a:pt x="531257" y="452305"/>
                    <a:pt x="508019" y="506055"/>
                    <a:pt x="486529" y="550413"/>
                  </a:cubicBezTo>
                  <a:lnTo>
                    <a:pt x="437747" y="641184"/>
                  </a:lnTo>
                  <a:lnTo>
                    <a:pt x="595985" y="641184"/>
                  </a:lnTo>
                  <a:cubicBezTo>
                    <a:pt x="586364" y="614975"/>
                    <a:pt x="578734" y="597060"/>
                    <a:pt x="573094" y="587439"/>
                  </a:cubicBezTo>
                  <a:cubicBezTo>
                    <a:pt x="565795" y="574500"/>
                    <a:pt x="554515" y="558409"/>
                    <a:pt x="539254" y="539167"/>
                  </a:cubicBezTo>
                  <a:lnTo>
                    <a:pt x="584042" y="423714"/>
                  </a:lnTo>
                  <a:cubicBezTo>
                    <a:pt x="608924" y="459212"/>
                    <a:pt x="625180" y="491725"/>
                    <a:pt x="632811" y="521252"/>
                  </a:cubicBezTo>
                  <a:cubicBezTo>
                    <a:pt x="639446" y="547793"/>
                    <a:pt x="642764" y="585946"/>
                    <a:pt x="642764" y="635710"/>
                  </a:cubicBezTo>
                  <a:lnTo>
                    <a:pt x="642764" y="776543"/>
                  </a:lnTo>
                  <a:lnTo>
                    <a:pt x="225240" y="776543"/>
                  </a:lnTo>
                  <a:cubicBezTo>
                    <a:pt x="205003" y="776543"/>
                    <a:pt x="188249" y="776378"/>
                    <a:pt x="174978" y="776046"/>
                  </a:cubicBezTo>
                  <a:cubicBezTo>
                    <a:pt x="161708" y="775714"/>
                    <a:pt x="151755" y="775216"/>
                    <a:pt x="145120" y="774553"/>
                  </a:cubicBezTo>
                  <a:cubicBezTo>
                    <a:pt x="132513" y="773226"/>
                    <a:pt x="118413" y="769742"/>
                    <a:pt x="102820" y="764102"/>
                  </a:cubicBezTo>
                  <a:cubicBezTo>
                    <a:pt x="75284" y="754813"/>
                    <a:pt x="52890" y="735903"/>
                    <a:pt x="35638" y="707371"/>
                  </a:cubicBezTo>
                  <a:cubicBezTo>
                    <a:pt x="18055" y="678839"/>
                    <a:pt x="9263" y="646990"/>
                    <a:pt x="9263" y="611823"/>
                  </a:cubicBezTo>
                  <a:cubicBezTo>
                    <a:pt x="9263" y="597889"/>
                    <a:pt x="10175" y="583623"/>
                    <a:pt x="12000" y="569026"/>
                  </a:cubicBezTo>
                  <a:cubicBezTo>
                    <a:pt x="13825" y="554428"/>
                    <a:pt x="17557" y="538835"/>
                    <a:pt x="23197" y="522247"/>
                  </a:cubicBezTo>
                  <a:cubicBezTo>
                    <a:pt x="29832" y="502342"/>
                    <a:pt x="37712" y="484509"/>
                    <a:pt x="46835" y="468751"/>
                  </a:cubicBezTo>
                  <a:cubicBezTo>
                    <a:pt x="55958" y="452992"/>
                    <a:pt x="65331" y="437980"/>
                    <a:pt x="74952" y="423714"/>
                  </a:cubicBezTo>
                  <a:lnTo>
                    <a:pt x="102820" y="441629"/>
                  </a:lnTo>
                  <a:cubicBezTo>
                    <a:pt x="95521" y="454900"/>
                    <a:pt x="89466" y="467009"/>
                    <a:pt x="84656" y="477957"/>
                  </a:cubicBezTo>
                  <a:cubicBezTo>
                    <a:pt x="79845" y="488905"/>
                    <a:pt x="76113" y="498195"/>
                    <a:pt x="73459" y="505825"/>
                  </a:cubicBezTo>
                  <a:cubicBezTo>
                    <a:pt x="68482" y="521418"/>
                    <a:pt x="65994" y="536513"/>
                    <a:pt x="65994" y="551111"/>
                  </a:cubicBezTo>
                  <a:cubicBezTo>
                    <a:pt x="65994" y="570021"/>
                    <a:pt x="71966" y="587107"/>
                    <a:pt x="83909" y="602368"/>
                  </a:cubicBezTo>
                  <a:cubicBezTo>
                    <a:pt x="96516" y="617629"/>
                    <a:pt x="112441" y="627416"/>
                    <a:pt x="131683" y="631729"/>
                  </a:cubicBezTo>
                  <a:cubicBezTo>
                    <a:pt x="143295" y="634715"/>
                    <a:pt x="158390" y="637037"/>
                    <a:pt x="176969" y="638696"/>
                  </a:cubicBezTo>
                  <a:cubicBezTo>
                    <a:pt x="195548" y="640355"/>
                    <a:pt x="215288" y="641184"/>
                    <a:pt x="236189" y="641184"/>
                  </a:cubicBezTo>
                  <a:lnTo>
                    <a:pt x="356965" y="641184"/>
                  </a:lnTo>
                  <a:lnTo>
                    <a:pt x="361400" y="633171"/>
                  </a:lnTo>
                  <a:cubicBezTo>
                    <a:pt x="368306" y="620002"/>
                    <a:pt x="376068" y="604591"/>
                    <a:pt x="384687" y="586939"/>
                  </a:cubicBezTo>
                  <a:cubicBezTo>
                    <a:pt x="401925" y="551634"/>
                    <a:pt x="418238" y="516260"/>
                    <a:pt x="433627" y="480816"/>
                  </a:cubicBezTo>
                  <a:cubicBezTo>
                    <a:pt x="449016" y="445372"/>
                    <a:pt x="465486" y="401975"/>
                    <a:pt x="483039" y="350625"/>
                  </a:cubicBezTo>
                  <a:cubicBezTo>
                    <a:pt x="489154" y="332636"/>
                    <a:pt x="493999" y="320651"/>
                    <a:pt x="497574" y="314671"/>
                  </a:cubicBezTo>
                  <a:cubicBezTo>
                    <a:pt x="502850" y="305843"/>
                    <a:pt x="516243" y="293460"/>
                    <a:pt x="537752" y="277522"/>
                  </a:cubicBezTo>
                  <a:cubicBezTo>
                    <a:pt x="559261" y="261583"/>
                    <a:pt x="587011" y="243287"/>
                    <a:pt x="621001" y="222634"/>
                  </a:cubicBezTo>
                  <a:close/>
                  <a:moveTo>
                    <a:pt x="571679" y="107781"/>
                  </a:moveTo>
                  <a:lnTo>
                    <a:pt x="642764" y="146263"/>
                  </a:lnTo>
                  <a:lnTo>
                    <a:pt x="606154" y="215781"/>
                  </a:lnTo>
                  <a:lnTo>
                    <a:pt x="534764" y="177919"/>
                  </a:lnTo>
                  <a:close/>
                  <a:moveTo>
                    <a:pt x="474524" y="107781"/>
                  </a:moveTo>
                  <a:lnTo>
                    <a:pt x="545609" y="146263"/>
                  </a:lnTo>
                  <a:lnTo>
                    <a:pt x="508999" y="215781"/>
                  </a:lnTo>
                  <a:lnTo>
                    <a:pt x="437609" y="177919"/>
                  </a:lnTo>
                  <a:close/>
                  <a:moveTo>
                    <a:pt x="528524" y="0"/>
                  </a:moveTo>
                  <a:lnTo>
                    <a:pt x="599609" y="38482"/>
                  </a:lnTo>
                  <a:lnTo>
                    <a:pt x="562999" y="108000"/>
                  </a:lnTo>
                  <a:lnTo>
                    <a:pt x="491609" y="70138"/>
                  </a:lnTo>
                  <a:close/>
                </a:path>
              </a:pathLst>
            </a:custGeom>
            <a:solidFill>
              <a:srgbClr val="C4A484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51435" tIns="25718" rIns="51435" bIns="2571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2025" dirty="0">
                <a:solidFill>
                  <a:srgbClr val="C4A484"/>
                </a:solidFill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9BB64FC-163A-57EC-D044-0FD07BE324BD}"/>
                </a:ext>
              </a:extLst>
            </p:cNvPr>
            <p:cNvGrpSpPr/>
            <p:nvPr/>
          </p:nvGrpSpPr>
          <p:grpSpPr>
            <a:xfrm>
              <a:off x="5069999" y="2949799"/>
              <a:ext cx="1980000" cy="340220"/>
              <a:chOff x="5069999" y="2949799"/>
              <a:chExt cx="1980000" cy="340220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4294D530-3B06-6030-2E98-C4D15FE2AF80}"/>
                  </a:ext>
                </a:extLst>
              </p:cNvPr>
              <p:cNvGrpSpPr/>
              <p:nvPr/>
            </p:nvGrpSpPr>
            <p:grpSpPr>
              <a:xfrm>
                <a:off x="5069999" y="2949799"/>
                <a:ext cx="1980000" cy="131914"/>
                <a:chOff x="5069999" y="2949799"/>
                <a:chExt cx="1980000" cy="131914"/>
              </a:xfrm>
            </p:grpSpPr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C845EFE4-4E7C-ACE7-358D-0F2696D0EBFB}"/>
                    </a:ext>
                  </a:extLst>
                </p:cNvPr>
                <p:cNvSpPr/>
                <p:nvPr/>
              </p:nvSpPr>
              <p:spPr>
                <a:xfrm>
                  <a:off x="5069999" y="2949799"/>
                  <a:ext cx="1980000" cy="36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C4A48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CA68A6BA-E604-76A8-7AEF-5469B4933A56}"/>
                    </a:ext>
                  </a:extLst>
                </p:cNvPr>
                <p:cNvSpPr/>
                <p:nvPr/>
              </p:nvSpPr>
              <p:spPr>
                <a:xfrm>
                  <a:off x="5069999" y="3045713"/>
                  <a:ext cx="1980000" cy="36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C4A48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E434654C-D3E9-4688-B953-D3AD69E93332}"/>
                  </a:ext>
                </a:extLst>
              </p:cNvPr>
              <p:cNvGrpSpPr/>
              <p:nvPr/>
            </p:nvGrpSpPr>
            <p:grpSpPr>
              <a:xfrm>
                <a:off x="5069999" y="3158105"/>
                <a:ext cx="1980000" cy="131914"/>
                <a:chOff x="5069999" y="2949799"/>
                <a:chExt cx="1980000" cy="131914"/>
              </a:xfrm>
            </p:grpSpPr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E183483F-E72D-6C58-88D9-3B691FCBC985}"/>
                    </a:ext>
                  </a:extLst>
                </p:cNvPr>
                <p:cNvSpPr/>
                <p:nvPr/>
              </p:nvSpPr>
              <p:spPr>
                <a:xfrm>
                  <a:off x="5069999" y="2949799"/>
                  <a:ext cx="1980000" cy="36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C4A48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F64A0230-C5C4-6F05-7B12-F4595A83AECE}"/>
                    </a:ext>
                  </a:extLst>
                </p:cNvPr>
                <p:cNvSpPr/>
                <p:nvPr/>
              </p:nvSpPr>
              <p:spPr>
                <a:xfrm>
                  <a:off x="5069999" y="3045713"/>
                  <a:ext cx="1980000" cy="36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C4A48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7484ADF-E302-9E0B-468F-E0335AE755B7}"/>
                </a:ext>
              </a:extLst>
            </p:cNvPr>
            <p:cNvGrpSpPr/>
            <p:nvPr/>
          </p:nvGrpSpPr>
          <p:grpSpPr>
            <a:xfrm>
              <a:off x="5069999" y="3366411"/>
              <a:ext cx="1980000" cy="340220"/>
              <a:chOff x="5069999" y="2949799"/>
              <a:chExt cx="1980000" cy="34022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2D54590B-0DFB-0B3F-A55F-1EB0A86B8E30}"/>
                  </a:ext>
                </a:extLst>
              </p:cNvPr>
              <p:cNvGrpSpPr/>
              <p:nvPr/>
            </p:nvGrpSpPr>
            <p:grpSpPr>
              <a:xfrm>
                <a:off x="5069999" y="2949799"/>
                <a:ext cx="1980000" cy="131914"/>
                <a:chOff x="5069999" y="2949799"/>
                <a:chExt cx="1980000" cy="131914"/>
              </a:xfrm>
            </p:grpSpPr>
            <p:sp>
              <p:nvSpPr>
                <p:cNvPr id="56" name="Rectangle: Rounded Corners 55">
                  <a:extLst>
                    <a:ext uri="{FF2B5EF4-FFF2-40B4-BE49-F238E27FC236}">
                      <a16:creationId xmlns:a16="http://schemas.microsoft.com/office/drawing/2014/main" id="{E9491BAA-A165-82C2-3BCF-85A7548A86E9}"/>
                    </a:ext>
                  </a:extLst>
                </p:cNvPr>
                <p:cNvSpPr/>
                <p:nvPr/>
              </p:nvSpPr>
              <p:spPr>
                <a:xfrm>
                  <a:off x="5069999" y="2949799"/>
                  <a:ext cx="1980000" cy="36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C4A48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sp>
              <p:nvSpPr>
                <p:cNvPr id="57" name="Rectangle: Rounded Corners 56">
                  <a:extLst>
                    <a:ext uri="{FF2B5EF4-FFF2-40B4-BE49-F238E27FC236}">
                      <a16:creationId xmlns:a16="http://schemas.microsoft.com/office/drawing/2014/main" id="{C01F7F30-5EC1-3EDC-7063-630EC339ECBE}"/>
                    </a:ext>
                  </a:extLst>
                </p:cNvPr>
                <p:cNvSpPr/>
                <p:nvPr/>
              </p:nvSpPr>
              <p:spPr>
                <a:xfrm>
                  <a:off x="5069999" y="3045713"/>
                  <a:ext cx="1980000" cy="36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C4A48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9B033CD3-B44B-4BF9-349C-8D148375474C}"/>
                  </a:ext>
                </a:extLst>
              </p:cNvPr>
              <p:cNvGrpSpPr/>
              <p:nvPr/>
            </p:nvGrpSpPr>
            <p:grpSpPr>
              <a:xfrm>
                <a:off x="5069999" y="3158105"/>
                <a:ext cx="1980000" cy="131914"/>
                <a:chOff x="5069999" y="2949799"/>
                <a:chExt cx="1980000" cy="131914"/>
              </a:xfrm>
            </p:grpSpPr>
            <p:sp>
              <p:nvSpPr>
                <p:cNvPr id="54" name="Rectangle: Rounded Corners 53">
                  <a:extLst>
                    <a:ext uri="{FF2B5EF4-FFF2-40B4-BE49-F238E27FC236}">
                      <a16:creationId xmlns:a16="http://schemas.microsoft.com/office/drawing/2014/main" id="{90EAFD8F-DA53-F091-FCEA-267FDCFAFD66}"/>
                    </a:ext>
                  </a:extLst>
                </p:cNvPr>
                <p:cNvSpPr/>
                <p:nvPr/>
              </p:nvSpPr>
              <p:spPr>
                <a:xfrm>
                  <a:off x="5069999" y="2949799"/>
                  <a:ext cx="1980000" cy="36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C4A48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sp>
              <p:nvSpPr>
                <p:cNvPr id="55" name="Rectangle: Rounded Corners 54">
                  <a:extLst>
                    <a:ext uri="{FF2B5EF4-FFF2-40B4-BE49-F238E27FC236}">
                      <a16:creationId xmlns:a16="http://schemas.microsoft.com/office/drawing/2014/main" id="{C0AAA3B4-089A-4891-0FBF-2B6A300DB3D2}"/>
                    </a:ext>
                  </a:extLst>
                </p:cNvPr>
                <p:cNvSpPr/>
                <p:nvPr/>
              </p:nvSpPr>
              <p:spPr>
                <a:xfrm>
                  <a:off x="5069999" y="3045713"/>
                  <a:ext cx="1620000" cy="36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C4A48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 dirty="0"/>
                </a:p>
              </p:txBody>
            </p:sp>
          </p:grpSp>
        </p:grpSp>
        <p:pic>
          <p:nvPicPr>
            <p:cNvPr id="59" name="Graphic 58" descr="Checkmark">
              <a:extLst>
                <a:ext uri="{FF2B5EF4-FFF2-40B4-BE49-F238E27FC236}">
                  <a16:creationId xmlns:a16="http://schemas.microsoft.com/office/drawing/2014/main" id="{BF0DA5E4-1F86-8A83-E51A-A1846865A71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04988" y="3783023"/>
              <a:ext cx="510022" cy="11470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882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F0097-5E11-51C0-DCE6-A12411BAF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6120AC8E-DCB2-5BFB-9AF6-3E5A1E027FA0}"/>
              </a:ext>
            </a:extLst>
          </p:cNvPr>
          <p:cNvGrpSpPr/>
          <p:nvPr/>
        </p:nvGrpSpPr>
        <p:grpSpPr>
          <a:xfrm>
            <a:off x="2660193" y="4270811"/>
            <a:ext cx="1537616" cy="1364378"/>
            <a:chOff x="4442460" y="1257300"/>
            <a:chExt cx="2733540" cy="2425560"/>
          </a:xfrm>
          <a:solidFill>
            <a:srgbClr val="F5DEB3"/>
          </a:solidFill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7BCA94D1-06C0-88ED-8A72-C85272CAB508}"/>
                </a:ext>
              </a:extLst>
            </p:cNvPr>
            <p:cNvSpPr/>
            <p:nvPr/>
          </p:nvSpPr>
          <p:spPr>
            <a:xfrm>
              <a:off x="4442460" y="1257300"/>
              <a:ext cx="2733540" cy="6120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981D0312-40B8-196E-EE85-A80B86549336}"/>
                </a:ext>
              </a:extLst>
            </p:cNvPr>
            <p:cNvSpPr/>
            <p:nvPr/>
          </p:nvSpPr>
          <p:spPr>
            <a:xfrm>
              <a:off x="4442460" y="2164080"/>
              <a:ext cx="2733540" cy="6120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6FBE6444-4C22-F258-9AB6-06AC4D098893}"/>
                </a:ext>
              </a:extLst>
            </p:cNvPr>
            <p:cNvSpPr/>
            <p:nvPr/>
          </p:nvSpPr>
          <p:spPr>
            <a:xfrm>
              <a:off x="4442460" y="3070860"/>
              <a:ext cx="2733540" cy="6120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</p:spTree>
    <p:extLst>
      <p:ext uri="{BB962C8B-B14F-4D97-AF65-F5344CB8AC3E}">
        <p14:creationId xmlns:p14="http://schemas.microsoft.com/office/powerpoint/2010/main" val="1928462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CCA716-0D5F-F3AD-F8E7-D16CB9A9E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roup 149">
            <a:extLst>
              <a:ext uri="{FF2B5EF4-FFF2-40B4-BE49-F238E27FC236}">
                <a16:creationId xmlns:a16="http://schemas.microsoft.com/office/drawing/2014/main" id="{26236E80-3A41-FA3C-EC73-09467A8C2C81}"/>
              </a:ext>
            </a:extLst>
          </p:cNvPr>
          <p:cNvGrpSpPr/>
          <p:nvPr/>
        </p:nvGrpSpPr>
        <p:grpSpPr>
          <a:xfrm>
            <a:off x="2806298" y="4050863"/>
            <a:ext cx="1321475" cy="1804275"/>
            <a:chOff x="4988974" y="1825200"/>
            <a:chExt cx="2349289" cy="32076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5CB4CB6-420A-9100-4E98-4BCF91D32BAA}"/>
                </a:ext>
              </a:extLst>
            </p:cNvPr>
            <p:cNvSpPr/>
            <p:nvPr/>
          </p:nvSpPr>
          <p:spPr>
            <a:xfrm>
              <a:off x="5070263" y="1825200"/>
              <a:ext cx="2268000" cy="32076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77EC1D-E3CA-F4E2-D5E8-43AE2FE5FD2E}"/>
                </a:ext>
              </a:extLst>
            </p:cNvPr>
            <p:cNvSpPr/>
            <p:nvPr/>
          </p:nvSpPr>
          <p:spPr>
            <a:xfrm flipH="1">
              <a:off x="5820613" y="1976800"/>
              <a:ext cx="1517650" cy="3056000"/>
            </a:xfrm>
            <a:custGeom>
              <a:avLst/>
              <a:gdLst>
                <a:gd name="csX0" fmla="*/ 0 w 1517650"/>
                <a:gd name="csY0" fmla="*/ 0 h 3056000"/>
                <a:gd name="csX1" fmla="*/ 129106 w 1517650"/>
                <a:gd name="csY1" fmla="*/ 0 h 3056000"/>
                <a:gd name="csX2" fmla="*/ 1225550 w 1517650"/>
                <a:gd name="csY2" fmla="*/ 0 h 3056000"/>
                <a:gd name="csX3" fmla="*/ 1388544 w 1517650"/>
                <a:gd name="csY3" fmla="*/ 0 h 3056000"/>
                <a:gd name="csX4" fmla="*/ 1517650 w 1517650"/>
                <a:gd name="csY4" fmla="*/ 129106 h 3056000"/>
                <a:gd name="csX5" fmla="*/ 1517650 w 1517650"/>
                <a:gd name="csY5" fmla="*/ 2926894 h 3056000"/>
                <a:gd name="csX6" fmla="*/ 1388544 w 1517650"/>
                <a:gd name="csY6" fmla="*/ 3056000 h 3056000"/>
                <a:gd name="csX7" fmla="*/ 1225550 w 1517650"/>
                <a:gd name="csY7" fmla="*/ 3056000 h 3056000"/>
                <a:gd name="csX8" fmla="*/ 129106 w 1517650"/>
                <a:gd name="csY8" fmla="*/ 3056000 h 3056000"/>
                <a:gd name="csX9" fmla="*/ 0 w 1517650"/>
                <a:gd name="csY9" fmla="*/ 3056000 h 3056000"/>
                <a:gd name="csX10" fmla="*/ 0 w 1517650"/>
                <a:gd name="csY10" fmla="*/ 2926894 h 3056000"/>
                <a:gd name="csX11" fmla="*/ 0 w 1517650"/>
                <a:gd name="csY11" fmla="*/ 129106 h 3056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517650" h="3056000">
                  <a:moveTo>
                    <a:pt x="0" y="0"/>
                  </a:moveTo>
                  <a:lnTo>
                    <a:pt x="129106" y="0"/>
                  </a:lnTo>
                  <a:lnTo>
                    <a:pt x="1225550" y="0"/>
                  </a:lnTo>
                  <a:lnTo>
                    <a:pt x="1388544" y="0"/>
                  </a:lnTo>
                  <a:cubicBezTo>
                    <a:pt x="1459847" y="0"/>
                    <a:pt x="1517650" y="57803"/>
                    <a:pt x="1517650" y="129106"/>
                  </a:cubicBezTo>
                  <a:lnTo>
                    <a:pt x="1517650" y="2926894"/>
                  </a:lnTo>
                  <a:cubicBezTo>
                    <a:pt x="1517650" y="2998197"/>
                    <a:pt x="1459847" y="3056000"/>
                    <a:pt x="1388544" y="3056000"/>
                  </a:cubicBezTo>
                  <a:lnTo>
                    <a:pt x="1225550" y="3056000"/>
                  </a:lnTo>
                  <a:lnTo>
                    <a:pt x="129106" y="3056000"/>
                  </a:lnTo>
                  <a:lnTo>
                    <a:pt x="0" y="3056000"/>
                  </a:lnTo>
                  <a:lnTo>
                    <a:pt x="0" y="2926894"/>
                  </a:lnTo>
                  <a:lnTo>
                    <a:pt x="0" y="12910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sz="1013" dirty="0"/>
            </a:p>
          </p:txBody>
        </p:sp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62BC0E91-1F82-AB75-2375-B9F722FAE2BD}"/>
                </a:ext>
              </a:extLst>
            </p:cNvPr>
            <p:cNvSpPr/>
            <p:nvPr/>
          </p:nvSpPr>
          <p:spPr>
            <a:xfrm rot="5400000">
              <a:off x="6654263" y="2119565"/>
              <a:ext cx="612000" cy="540000"/>
            </a:xfrm>
            <a:prstGeom prst="hexagon">
              <a:avLst/>
            </a:prstGeom>
            <a:solidFill>
              <a:schemeClr val="bg1"/>
            </a:solidFill>
            <a:ln>
              <a:solidFill>
                <a:srgbClr val="43682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pic>
          <p:nvPicPr>
            <p:cNvPr id="26" name="Picture 25" descr="Portrait of a confident stylish businessman — Stock Photo © depositedhar  #208417464">
              <a:extLst>
                <a:ext uri="{FF2B5EF4-FFF2-40B4-BE49-F238E27FC236}">
                  <a16:creationId xmlns:a16="http://schemas.microsoft.com/office/drawing/2014/main" id="{1930DD15-9AB2-BEDF-76C2-AA72B8C38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6157" t="5899" r="26157" b="46769"/>
            <a:stretch>
              <a:fillRect/>
            </a:stretch>
          </p:blipFill>
          <p:spPr>
            <a:xfrm>
              <a:off x="6711121" y="2112255"/>
              <a:ext cx="498284" cy="553649"/>
            </a:xfrm>
            <a:custGeom>
              <a:avLst/>
              <a:gdLst>
                <a:gd name="csX0" fmla="*/ 243000 w 486000"/>
                <a:gd name="csY0" fmla="*/ 0 h 540000"/>
                <a:gd name="csX1" fmla="*/ 486000 w 486000"/>
                <a:gd name="csY1" fmla="*/ 121500 h 540000"/>
                <a:gd name="csX2" fmla="*/ 486000 w 486000"/>
                <a:gd name="csY2" fmla="*/ 418500 h 540000"/>
                <a:gd name="csX3" fmla="*/ 243000 w 486000"/>
                <a:gd name="csY3" fmla="*/ 540000 h 540000"/>
                <a:gd name="csX4" fmla="*/ 0 w 486000"/>
                <a:gd name="csY4" fmla="*/ 418500 h 540000"/>
                <a:gd name="csX5" fmla="*/ 0 w 486000"/>
                <a:gd name="csY5" fmla="*/ 121500 h 54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86000" h="540000">
                  <a:moveTo>
                    <a:pt x="243000" y="0"/>
                  </a:moveTo>
                  <a:lnTo>
                    <a:pt x="486000" y="121500"/>
                  </a:lnTo>
                  <a:lnTo>
                    <a:pt x="486000" y="418500"/>
                  </a:lnTo>
                  <a:lnTo>
                    <a:pt x="243000" y="540000"/>
                  </a:lnTo>
                  <a:lnTo>
                    <a:pt x="0" y="418500"/>
                  </a:lnTo>
                  <a:lnTo>
                    <a:pt x="0" y="121500"/>
                  </a:lnTo>
                  <a:close/>
                </a:path>
              </a:pathLst>
            </a:cu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5FDABA9-C54D-C619-7A5F-C97F3CECB7FF}"/>
                </a:ext>
              </a:extLst>
            </p:cNvPr>
            <p:cNvSpPr/>
            <p:nvPr/>
          </p:nvSpPr>
          <p:spPr>
            <a:xfrm>
              <a:off x="5075978" y="2221440"/>
              <a:ext cx="161280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3682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BA63F53-BCAF-E16B-0F04-8B3033E50BE1}"/>
                </a:ext>
              </a:extLst>
            </p:cNvPr>
            <p:cNvCxnSpPr>
              <a:cxnSpLocks/>
            </p:cNvCxnSpPr>
            <p:nvPr/>
          </p:nvCxnSpPr>
          <p:spPr>
            <a:xfrm>
              <a:off x="5070263" y="2494960"/>
              <a:ext cx="1586753" cy="0"/>
            </a:xfrm>
            <a:prstGeom prst="line">
              <a:avLst/>
            </a:prstGeom>
            <a:ln w="19050">
              <a:solidFill>
                <a:srgbClr val="43682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EFB1494-23A8-1925-2C34-39736FB954F2}"/>
                </a:ext>
              </a:extLst>
            </p:cNvPr>
            <p:cNvSpPr txBox="1"/>
            <p:nvPr/>
          </p:nvSpPr>
          <p:spPr>
            <a:xfrm>
              <a:off x="5347875" y="2187388"/>
              <a:ext cx="1553701" cy="4412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u-Arab-IQ" sz="1013" dirty="0">
                  <a:solidFill>
                    <a:srgbClr val="273C18"/>
                  </a:solidFill>
                </a:rPr>
                <a:t>نـاو بـاوك بـاپیـر</a:t>
              </a:r>
              <a:endParaRPr lang="en-US" sz="1013" dirty="0">
                <a:solidFill>
                  <a:srgbClr val="273C18"/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98AEDD-B66F-C81B-98FD-6813239E2318}"/>
                </a:ext>
              </a:extLst>
            </p:cNvPr>
            <p:cNvSpPr txBox="1"/>
            <p:nvPr/>
          </p:nvSpPr>
          <p:spPr>
            <a:xfrm>
              <a:off x="5875043" y="2907628"/>
              <a:ext cx="1417913" cy="533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/>
              <a:r>
                <a:rPr lang="ku-Arab-IQ" sz="338" dirty="0"/>
                <a:t>من کەسایەتیەکی چالاك و سەرکردەییم هەیە. دەتوانم کاتەکانم بە ئاسانی ڕێک بخەم و بە خێرایی پلان دابنێم. لەگەڵ ئەوەشدا ئەدای قسەکردن و وتاردانم بەرزە.</a:t>
              </a:r>
              <a:endParaRPr lang="en-US" sz="338" dirty="0"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B25DC321-09D1-756B-74F1-2BB039FF2E0F}"/>
                </a:ext>
              </a:extLst>
            </p:cNvPr>
            <p:cNvGrpSpPr/>
            <p:nvPr/>
          </p:nvGrpSpPr>
          <p:grpSpPr>
            <a:xfrm>
              <a:off x="5875044" y="2779055"/>
              <a:ext cx="1409650" cy="349042"/>
              <a:chOff x="5738731" y="2696930"/>
              <a:chExt cx="1409650" cy="349042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B5D704E4-E44B-92DB-05E8-7F7582F77806}"/>
                  </a:ext>
                </a:extLst>
              </p:cNvPr>
              <p:cNvGrpSpPr/>
              <p:nvPr/>
            </p:nvGrpSpPr>
            <p:grpSpPr>
              <a:xfrm>
                <a:off x="5738731" y="2717263"/>
                <a:ext cx="1355219" cy="144000"/>
                <a:chOff x="5738731" y="2717263"/>
                <a:chExt cx="1355219" cy="144000"/>
              </a:xfrm>
              <a:solidFill>
                <a:schemeClr val="accent6">
                  <a:lumMod val="50000"/>
                </a:schemeClr>
              </a:solidFill>
            </p:grpSpPr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98BB5CE0-A24C-12FA-510C-93F97F5677ED}"/>
                    </a:ext>
                  </a:extLst>
                </p:cNvPr>
                <p:cNvSpPr/>
                <p:nvPr/>
              </p:nvSpPr>
              <p:spPr>
                <a:xfrm>
                  <a:off x="5738731" y="2717263"/>
                  <a:ext cx="1355219" cy="144000"/>
                </a:xfrm>
                <a:custGeom>
                  <a:avLst/>
                  <a:gdLst>
                    <a:gd name="csX0" fmla="*/ 27000 w 1355219"/>
                    <a:gd name="csY0" fmla="*/ 45000 h 144000"/>
                    <a:gd name="csX1" fmla="*/ 54000 w 1355219"/>
                    <a:gd name="csY1" fmla="*/ 72000 h 144000"/>
                    <a:gd name="csX2" fmla="*/ 27000 w 1355219"/>
                    <a:gd name="csY2" fmla="*/ 99000 h 144000"/>
                    <a:gd name="csX3" fmla="*/ 0 w 1355219"/>
                    <a:gd name="csY3" fmla="*/ 72000 h 144000"/>
                    <a:gd name="csX4" fmla="*/ 27000 w 1355219"/>
                    <a:gd name="csY4" fmla="*/ 45000 h 144000"/>
                    <a:gd name="csX5" fmla="*/ 800077 w 1355219"/>
                    <a:gd name="csY5" fmla="*/ 0 h 144000"/>
                    <a:gd name="csX6" fmla="*/ 815218 w 1355219"/>
                    <a:gd name="csY6" fmla="*/ 0 h 144000"/>
                    <a:gd name="csX7" fmla="*/ 872077 w 1355219"/>
                    <a:gd name="csY7" fmla="*/ 0 h 144000"/>
                    <a:gd name="csX8" fmla="*/ 1355219 w 1355219"/>
                    <a:gd name="csY8" fmla="*/ 0 h 144000"/>
                    <a:gd name="csX9" fmla="*/ 1355219 w 1355219"/>
                    <a:gd name="csY9" fmla="*/ 144000 h 144000"/>
                    <a:gd name="csX10" fmla="*/ 872077 w 1355219"/>
                    <a:gd name="csY10" fmla="*/ 144000 h 144000"/>
                    <a:gd name="csX11" fmla="*/ 815218 w 1355219"/>
                    <a:gd name="csY11" fmla="*/ 144000 h 144000"/>
                    <a:gd name="csX12" fmla="*/ 800077 w 1355219"/>
                    <a:gd name="csY12" fmla="*/ 144000 h 144000"/>
                    <a:gd name="csX13" fmla="*/ 764077 w 1355219"/>
                    <a:gd name="csY13" fmla="*/ 72000 h 1440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1355219" h="144000">
                      <a:moveTo>
                        <a:pt x="27000" y="45000"/>
                      </a:moveTo>
                      <a:cubicBezTo>
                        <a:pt x="41912" y="45000"/>
                        <a:pt x="54000" y="57088"/>
                        <a:pt x="54000" y="72000"/>
                      </a:cubicBezTo>
                      <a:cubicBezTo>
                        <a:pt x="54000" y="86912"/>
                        <a:pt x="41912" y="99000"/>
                        <a:pt x="27000" y="99000"/>
                      </a:cubicBezTo>
                      <a:cubicBezTo>
                        <a:pt x="12088" y="99000"/>
                        <a:pt x="0" y="86912"/>
                        <a:pt x="0" y="72000"/>
                      </a:cubicBezTo>
                      <a:cubicBezTo>
                        <a:pt x="0" y="57088"/>
                        <a:pt x="12088" y="45000"/>
                        <a:pt x="27000" y="45000"/>
                      </a:cubicBezTo>
                      <a:close/>
                      <a:moveTo>
                        <a:pt x="800077" y="0"/>
                      </a:moveTo>
                      <a:lnTo>
                        <a:pt x="815218" y="0"/>
                      </a:lnTo>
                      <a:lnTo>
                        <a:pt x="872077" y="0"/>
                      </a:lnTo>
                      <a:lnTo>
                        <a:pt x="1355219" y="0"/>
                      </a:lnTo>
                      <a:lnTo>
                        <a:pt x="1355219" y="144000"/>
                      </a:lnTo>
                      <a:lnTo>
                        <a:pt x="872077" y="144000"/>
                      </a:lnTo>
                      <a:lnTo>
                        <a:pt x="815218" y="144000"/>
                      </a:lnTo>
                      <a:lnTo>
                        <a:pt x="800077" y="144000"/>
                      </a:lnTo>
                      <a:lnTo>
                        <a:pt x="764077" y="7200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013"/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C852D461-BED5-EEA1-87CE-A37B9F127D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64530" y="2789263"/>
                  <a:ext cx="756000" cy="0"/>
                </a:xfrm>
                <a:prstGeom prst="line">
                  <a:avLst/>
                </a:prstGeom>
                <a:grpFill/>
                <a:ln w="1270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2074F2B-EBC9-80A5-D54D-CFBBBB4427B2}"/>
                  </a:ext>
                </a:extLst>
              </p:cNvPr>
              <p:cNvSpPr txBox="1"/>
              <p:nvPr/>
            </p:nvSpPr>
            <p:spPr>
              <a:xfrm>
                <a:off x="6652031" y="2696930"/>
                <a:ext cx="496350" cy="3490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rtl="1"/>
                <a:r>
                  <a:rPr lang="ku-Arab-IQ" sz="338" b="1" dirty="0">
                    <a:solidFill>
                      <a:schemeClr val="bg1"/>
                    </a:solidFill>
                  </a:rPr>
                  <a:t>کەسایەتی</a:t>
                </a:r>
                <a:endParaRPr lang="en-US" sz="338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AFFD36D-991E-B38E-F2E6-3D45FC215D51}"/>
                </a:ext>
              </a:extLst>
            </p:cNvPr>
            <p:cNvGrpSpPr/>
            <p:nvPr/>
          </p:nvGrpSpPr>
          <p:grpSpPr>
            <a:xfrm>
              <a:off x="5875043" y="3373837"/>
              <a:ext cx="1417912" cy="256596"/>
              <a:chOff x="5738730" y="3666528"/>
              <a:chExt cx="1417912" cy="256596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5BE6F7E9-C7EC-1C22-91C7-62A2D7BA63C8}"/>
                  </a:ext>
                </a:extLst>
              </p:cNvPr>
              <p:cNvGrpSpPr/>
              <p:nvPr/>
            </p:nvGrpSpPr>
            <p:grpSpPr>
              <a:xfrm>
                <a:off x="5738730" y="3686861"/>
                <a:ext cx="1355219" cy="144000"/>
                <a:chOff x="5738731" y="2717263"/>
                <a:chExt cx="1355219" cy="144000"/>
              </a:xfrm>
              <a:solidFill>
                <a:schemeClr val="accent6">
                  <a:lumMod val="50000"/>
                </a:schemeClr>
              </a:solidFill>
            </p:grpSpPr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9263A6D1-F22A-DCAB-8191-A50AC9C1EAD3}"/>
                    </a:ext>
                  </a:extLst>
                </p:cNvPr>
                <p:cNvSpPr/>
                <p:nvPr/>
              </p:nvSpPr>
              <p:spPr>
                <a:xfrm>
                  <a:off x="5738731" y="2717263"/>
                  <a:ext cx="1355219" cy="144000"/>
                </a:xfrm>
                <a:custGeom>
                  <a:avLst/>
                  <a:gdLst>
                    <a:gd name="csX0" fmla="*/ 27000 w 1355219"/>
                    <a:gd name="csY0" fmla="*/ 45000 h 144000"/>
                    <a:gd name="csX1" fmla="*/ 54000 w 1355219"/>
                    <a:gd name="csY1" fmla="*/ 72000 h 144000"/>
                    <a:gd name="csX2" fmla="*/ 27000 w 1355219"/>
                    <a:gd name="csY2" fmla="*/ 99000 h 144000"/>
                    <a:gd name="csX3" fmla="*/ 0 w 1355219"/>
                    <a:gd name="csY3" fmla="*/ 72000 h 144000"/>
                    <a:gd name="csX4" fmla="*/ 27000 w 1355219"/>
                    <a:gd name="csY4" fmla="*/ 45000 h 144000"/>
                    <a:gd name="csX5" fmla="*/ 800077 w 1355219"/>
                    <a:gd name="csY5" fmla="*/ 0 h 144000"/>
                    <a:gd name="csX6" fmla="*/ 815218 w 1355219"/>
                    <a:gd name="csY6" fmla="*/ 0 h 144000"/>
                    <a:gd name="csX7" fmla="*/ 872077 w 1355219"/>
                    <a:gd name="csY7" fmla="*/ 0 h 144000"/>
                    <a:gd name="csX8" fmla="*/ 1355219 w 1355219"/>
                    <a:gd name="csY8" fmla="*/ 0 h 144000"/>
                    <a:gd name="csX9" fmla="*/ 1355219 w 1355219"/>
                    <a:gd name="csY9" fmla="*/ 144000 h 144000"/>
                    <a:gd name="csX10" fmla="*/ 872077 w 1355219"/>
                    <a:gd name="csY10" fmla="*/ 144000 h 144000"/>
                    <a:gd name="csX11" fmla="*/ 815218 w 1355219"/>
                    <a:gd name="csY11" fmla="*/ 144000 h 144000"/>
                    <a:gd name="csX12" fmla="*/ 800077 w 1355219"/>
                    <a:gd name="csY12" fmla="*/ 144000 h 144000"/>
                    <a:gd name="csX13" fmla="*/ 764077 w 1355219"/>
                    <a:gd name="csY13" fmla="*/ 72000 h 1440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1355219" h="144000">
                      <a:moveTo>
                        <a:pt x="27000" y="45000"/>
                      </a:moveTo>
                      <a:cubicBezTo>
                        <a:pt x="41912" y="45000"/>
                        <a:pt x="54000" y="57088"/>
                        <a:pt x="54000" y="72000"/>
                      </a:cubicBezTo>
                      <a:cubicBezTo>
                        <a:pt x="54000" y="86912"/>
                        <a:pt x="41912" y="99000"/>
                        <a:pt x="27000" y="99000"/>
                      </a:cubicBezTo>
                      <a:cubicBezTo>
                        <a:pt x="12088" y="99000"/>
                        <a:pt x="0" y="86912"/>
                        <a:pt x="0" y="72000"/>
                      </a:cubicBezTo>
                      <a:cubicBezTo>
                        <a:pt x="0" y="57088"/>
                        <a:pt x="12088" y="45000"/>
                        <a:pt x="27000" y="45000"/>
                      </a:cubicBezTo>
                      <a:close/>
                      <a:moveTo>
                        <a:pt x="800077" y="0"/>
                      </a:moveTo>
                      <a:lnTo>
                        <a:pt x="815218" y="0"/>
                      </a:lnTo>
                      <a:lnTo>
                        <a:pt x="872077" y="0"/>
                      </a:lnTo>
                      <a:lnTo>
                        <a:pt x="1355219" y="0"/>
                      </a:lnTo>
                      <a:lnTo>
                        <a:pt x="1355219" y="144000"/>
                      </a:lnTo>
                      <a:lnTo>
                        <a:pt x="872077" y="144000"/>
                      </a:lnTo>
                      <a:lnTo>
                        <a:pt x="815218" y="144000"/>
                      </a:lnTo>
                      <a:lnTo>
                        <a:pt x="800077" y="144000"/>
                      </a:lnTo>
                      <a:lnTo>
                        <a:pt x="764077" y="7200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013"/>
                </a:p>
              </p:txBody>
            </p: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EEC5EE31-DC87-96F2-4D72-38EF4E49EE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64530" y="2789263"/>
                  <a:ext cx="756000" cy="0"/>
                </a:xfrm>
                <a:prstGeom prst="line">
                  <a:avLst/>
                </a:prstGeom>
                <a:grpFill/>
                <a:ln w="1270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A0DDE90-CEB8-85D1-DCAD-6B198226E4A4}"/>
                  </a:ext>
                </a:extLst>
              </p:cNvPr>
              <p:cNvSpPr txBox="1"/>
              <p:nvPr/>
            </p:nvSpPr>
            <p:spPr>
              <a:xfrm>
                <a:off x="6574808" y="3666528"/>
                <a:ext cx="581834" cy="2565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rtl="1"/>
                <a:r>
                  <a:rPr lang="ku-Arab-IQ" sz="338" b="1" dirty="0">
                    <a:solidFill>
                      <a:schemeClr val="bg1"/>
                    </a:solidFill>
                  </a:rPr>
                  <a:t>بڕوانامە</a:t>
                </a:r>
                <a:endParaRPr lang="en-US" sz="338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240D569-73B3-87E3-6622-A8C5031F9CD8}"/>
                </a:ext>
              </a:extLst>
            </p:cNvPr>
            <p:cNvSpPr txBox="1"/>
            <p:nvPr/>
          </p:nvSpPr>
          <p:spPr>
            <a:xfrm>
              <a:off x="5875043" y="3504882"/>
              <a:ext cx="1417913" cy="1118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>
                <a:lnSpc>
                  <a:spcPct val="150000"/>
                </a:lnSpc>
              </a:pPr>
              <a:r>
                <a:rPr lang="ku-Arab-IQ" sz="338" b="1" dirty="0"/>
                <a:t>١. </a:t>
              </a:r>
              <a:r>
                <a:rPr lang="ku-Arab-IQ" sz="338" dirty="0"/>
                <a:t>بڕوانامەی بەکالۆریۆس لە زانستی بایۆلۆجی، </a:t>
              </a:r>
              <a:r>
                <a:rPr lang="ku-Arab-IQ" sz="338" b="1" dirty="0"/>
                <a:t>٢٠١٨ – ٢٠١٩.</a:t>
              </a:r>
            </a:p>
            <a:p>
              <a:pPr algn="just" rtl="1">
                <a:lnSpc>
                  <a:spcPct val="150000"/>
                </a:lnSpc>
              </a:pPr>
              <a:r>
                <a:rPr lang="ku-Arab-IQ" sz="338" b="1" dirty="0"/>
                <a:t>٢. </a:t>
              </a:r>
              <a:r>
                <a:rPr lang="ku-Arab-IQ" sz="338" dirty="0"/>
                <a:t>بوڕوانامەی بەشداربوون لە خولی </a:t>
              </a:r>
              <a:r>
                <a:rPr lang="ku-Arab-IQ" sz="338" b="1" dirty="0"/>
                <a:t>‘جیاکاری لەنێوان زیرەکیە دەستکرداکان’ ٢٠٢٠.</a:t>
              </a:r>
            </a:p>
            <a:p>
              <a:pPr algn="just" rtl="1">
                <a:lnSpc>
                  <a:spcPct val="150000"/>
                </a:lnSpc>
              </a:pPr>
              <a:r>
                <a:rPr lang="ku-Arab-IQ" sz="338" b="1" dirty="0"/>
                <a:t>٣. </a:t>
              </a:r>
              <a:r>
                <a:rPr lang="ku-Arab-IQ" sz="338" dirty="0"/>
                <a:t>بوڕوانامەی بەشداربوون لە خولی </a:t>
              </a:r>
              <a:r>
                <a:rPr lang="ku-Arab-IQ" sz="338" b="1" dirty="0"/>
                <a:t>‘گڕافیك دیزاین’ ٢٠٢٠.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2F0415D0-3EFB-C9A6-AA63-8EE14C54AA77}"/>
                </a:ext>
              </a:extLst>
            </p:cNvPr>
            <p:cNvGrpSpPr/>
            <p:nvPr/>
          </p:nvGrpSpPr>
          <p:grpSpPr>
            <a:xfrm>
              <a:off x="5875043" y="4378025"/>
              <a:ext cx="1417912" cy="256596"/>
              <a:chOff x="5738730" y="3666528"/>
              <a:chExt cx="1417912" cy="256596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32D4CFAA-CF78-D4ED-321E-FB0AD114567B}"/>
                  </a:ext>
                </a:extLst>
              </p:cNvPr>
              <p:cNvGrpSpPr/>
              <p:nvPr/>
            </p:nvGrpSpPr>
            <p:grpSpPr>
              <a:xfrm>
                <a:off x="5738730" y="3686861"/>
                <a:ext cx="1355219" cy="144000"/>
                <a:chOff x="5738731" y="2717263"/>
                <a:chExt cx="1355219" cy="144000"/>
              </a:xfrm>
              <a:solidFill>
                <a:schemeClr val="accent6">
                  <a:lumMod val="50000"/>
                </a:schemeClr>
              </a:solidFill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3681700D-D3E8-6819-4C75-0F318AA2FE69}"/>
                    </a:ext>
                  </a:extLst>
                </p:cNvPr>
                <p:cNvSpPr/>
                <p:nvPr/>
              </p:nvSpPr>
              <p:spPr>
                <a:xfrm>
                  <a:off x="5738731" y="2717263"/>
                  <a:ext cx="1355219" cy="144000"/>
                </a:xfrm>
                <a:custGeom>
                  <a:avLst/>
                  <a:gdLst>
                    <a:gd name="csX0" fmla="*/ 27000 w 1355219"/>
                    <a:gd name="csY0" fmla="*/ 45000 h 144000"/>
                    <a:gd name="csX1" fmla="*/ 54000 w 1355219"/>
                    <a:gd name="csY1" fmla="*/ 72000 h 144000"/>
                    <a:gd name="csX2" fmla="*/ 27000 w 1355219"/>
                    <a:gd name="csY2" fmla="*/ 99000 h 144000"/>
                    <a:gd name="csX3" fmla="*/ 0 w 1355219"/>
                    <a:gd name="csY3" fmla="*/ 72000 h 144000"/>
                    <a:gd name="csX4" fmla="*/ 27000 w 1355219"/>
                    <a:gd name="csY4" fmla="*/ 45000 h 144000"/>
                    <a:gd name="csX5" fmla="*/ 800077 w 1355219"/>
                    <a:gd name="csY5" fmla="*/ 0 h 144000"/>
                    <a:gd name="csX6" fmla="*/ 815218 w 1355219"/>
                    <a:gd name="csY6" fmla="*/ 0 h 144000"/>
                    <a:gd name="csX7" fmla="*/ 872077 w 1355219"/>
                    <a:gd name="csY7" fmla="*/ 0 h 144000"/>
                    <a:gd name="csX8" fmla="*/ 1355219 w 1355219"/>
                    <a:gd name="csY8" fmla="*/ 0 h 144000"/>
                    <a:gd name="csX9" fmla="*/ 1355219 w 1355219"/>
                    <a:gd name="csY9" fmla="*/ 144000 h 144000"/>
                    <a:gd name="csX10" fmla="*/ 872077 w 1355219"/>
                    <a:gd name="csY10" fmla="*/ 144000 h 144000"/>
                    <a:gd name="csX11" fmla="*/ 815218 w 1355219"/>
                    <a:gd name="csY11" fmla="*/ 144000 h 144000"/>
                    <a:gd name="csX12" fmla="*/ 800077 w 1355219"/>
                    <a:gd name="csY12" fmla="*/ 144000 h 144000"/>
                    <a:gd name="csX13" fmla="*/ 764077 w 1355219"/>
                    <a:gd name="csY13" fmla="*/ 72000 h 1440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1355219" h="144000">
                      <a:moveTo>
                        <a:pt x="27000" y="45000"/>
                      </a:moveTo>
                      <a:cubicBezTo>
                        <a:pt x="41912" y="45000"/>
                        <a:pt x="54000" y="57088"/>
                        <a:pt x="54000" y="72000"/>
                      </a:cubicBezTo>
                      <a:cubicBezTo>
                        <a:pt x="54000" y="86912"/>
                        <a:pt x="41912" y="99000"/>
                        <a:pt x="27000" y="99000"/>
                      </a:cubicBezTo>
                      <a:cubicBezTo>
                        <a:pt x="12088" y="99000"/>
                        <a:pt x="0" y="86912"/>
                        <a:pt x="0" y="72000"/>
                      </a:cubicBezTo>
                      <a:cubicBezTo>
                        <a:pt x="0" y="57088"/>
                        <a:pt x="12088" y="45000"/>
                        <a:pt x="27000" y="45000"/>
                      </a:cubicBezTo>
                      <a:close/>
                      <a:moveTo>
                        <a:pt x="800077" y="0"/>
                      </a:moveTo>
                      <a:lnTo>
                        <a:pt x="815218" y="0"/>
                      </a:lnTo>
                      <a:lnTo>
                        <a:pt x="872077" y="0"/>
                      </a:lnTo>
                      <a:lnTo>
                        <a:pt x="1355219" y="0"/>
                      </a:lnTo>
                      <a:lnTo>
                        <a:pt x="1355219" y="144000"/>
                      </a:lnTo>
                      <a:lnTo>
                        <a:pt x="872077" y="144000"/>
                      </a:lnTo>
                      <a:lnTo>
                        <a:pt x="815218" y="144000"/>
                      </a:lnTo>
                      <a:lnTo>
                        <a:pt x="800077" y="144000"/>
                      </a:lnTo>
                      <a:lnTo>
                        <a:pt x="764077" y="7200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013"/>
                </a:p>
              </p:txBody>
            </p: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8470CA6D-A6C7-2E80-E621-B0534AB9EE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64530" y="2789263"/>
                  <a:ext cx="756000" cy="0"/>
                </a:xfrm>
                <a:prstGeom prst="line">
                  <a:avLst/>
                </a:prstGeom>
                <a:grpFill/>
                <a:ln w="1270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BDFF5CD-B15E-6880-07CD-4489A7DF6095}"/>
                  </a:ext>
                </a:extLst>
              </p:cNvPr>
              <p:cNvSpPr txBox="1"/>
              <p:nvPr/>
            </p:nvSpPr>
            <p:spPr>
              <a:xfrm>
                <a:off x="6574808" y="3666528"/>
                <a:ext cx="581834" cy="2565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rtl="1"/>
                <a:r>
                  <a:rPr lang="ku-Arab-IQ" sz="338" b="1" dirty="0">
                    <a:solidFill>
                      <a:schemeClr val="bg1"/>
                    </a:solidFill>
                  </a:rPr>
                  <a:t>ئەزموون</a:t>
                </a:r>
                <a:endParaRPr lang="en-US" sz="338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F334371-200E-D5BD-4881-6D81BB0EA671}"/>
                </a:ext>
              </a:extLst>
            </p:cNvPr>
            <p:cNvSpPr txBox="1"/>
            <p:nvPr/>
          </p:nvSpPr>
          <p:spPr>
            <a:xfrm>
              <a:off x="5870482" y="4496336"/>
              <a:ext cx="1417913" cy="4245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>
                <a:lnSpc>
                  <a:spcPct val="150000"/>
                </a:lnSpc>
              </a:pPr>
              <a:r>
                <a:rPr lang="ku-Arab-IQ" sz="338" b="1" dirty="0"/>
                <a:t>١. </a:t>
              </a:r>
              <a:r>
                <a:rPr lang="ku-Arab-IQ" sz="338" dirty="0"/>
                <a:t>دوو ساڵ کارکردن وەك بەڕێوبەری سۆشیاڵ میدیا بۆ کۆمپانیای (ا ب ج).</a:t>
              </a:r>
              <a:endParaRPr lang="ku-Arab-IQ" sz="338" b="1" dirty="0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6398DB7-9751-615B-DA53-38547F46D047}"/>
                </a:ext>
              </a:extLst>
            </p:cNvPr>
            <p:cNvGrpSpPr/>
            <p:nvPr/>
          </p:nvGrpSpPr>
          <p:grpSpPr>
            <a:xfrm>
              <a:off x="4988974" y="2660543"/>
              <a:ext cx="875455" cy="302533"/>
              <a:chOff x="4883939" y="2577112"/>
              <a:chExt cx="875455" cy="302533"/>
            </a:xfrm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2CEDBF4-B40A-FD0F-CFB9-1605B50F114A}"/>
                  </a:ext>
                </a:extLst>
              </p:cNvPr>
              <p:cNvSpPr txBox="1"/>
              <p:nvPr/>
            </p:nvSpPr>
            <p:spPr>
              <a:xfrm>
                <a:off x="4883939" y="2577112"/>
                <a:ext cx="875455" cy="3025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rtl="1"/>
                <a:r>
                  <a:rPr lang="ku-Arab-IQ" sz="506" b="1" dirty="0">
                    <a:solidFill>
                      <a:schemeClr val="bg1"/>
                    </a:solidFill>
                  </a:rPr>
                  <a:t>زانیاری کەسی</a:t>
                </a:r>
                <a:endParaRPr lang="en-US" sz="506" b="1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19C54D6-755F-6C0B-0D74-953C199C058C}"/>
                  </a:ext>
                </a:extLst>
              </p:cNvPr>
              <p:cNvCxnSpPr/>
              <p:nvPr/>
            </p:nvCxnSpPr>
            <p:spPr>
              <a:xfrm>
                <a:off x="4994910" y="2789263"/>
                <a:ext cx="684000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72" name="Picture 8" descr="HD White Round Circle Phone Icon Transparent PNG">
              <a:extLst>
                <a:ext uri="{FF2B5EF4-FFF2-40B4-BE49-F238E27FC236}">
                  <a16:creationId xmlns:a16="http://schemas.microsoft.com/office/drawing/2014/main" id="{0FD06681-1EBA-72ED-B31C-995C276737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5000" b="95417" l="5625" r="94167">
                          <a14:foregroundMark x1="30966" y1="6868" x2="43333" y2="3333"/>
                          <a14:foregroundMark x1="43333" y1="3333" x2="55417" y2="3125"/>
                          <a14:foregroundMark x1="55417" y1="3125" x2="72634" y2="8803"/>
                          <a14:foregroundMark x1="68958" y1="7083" x2="63542" y2="4792"/>
                          <a14:foregroundMark x1="63542" y1="4792" x2="43958" y2="5000"/>
                          <a14:foregroundMark x1="43958" y1="5000" x2="37083" y2="6250"/>
                          <a14:foregroundMark x1="9375" y1="26458" x2="5417" y2="47292"/>
                          <a14:foregroundMark x1="5417" y1="47292" x2="5833" y2="58958"/>
                          <a14:foregroundMark x1="5833" y1="58958" x2="10208" y2="71458"/>
                          <a14:foregroundMark x1="10208" y1="71458" x2="10833" y2="72083"/>
                          <a14:foregroundMark x1="89583" y1="73958" x2="94222" y2="53792"/>
                          <a14:foregroundMark x1="94035" y1="50203" x2="92292" y2="35208"/>
                          <a14:foregroundMark x1="92292" y1="35208" x2="88958" y2="26458"/>
                          <a14:foregroundMark x1="95417" y1="39583" x2="96170" y2="44642"/>
                          <a14:foregroundMark x1="94762" y1="61241" x2="94167" y2="64583"/>
                          <a14:foregroundMark x1="94167" y1="64583" x2="93958" y2="65000"/>
                          <a14:foregroundMark x1="25417" y1="90208" x2="49375" y2="96667"/>
                          <a14:foregroundMark x1="49375" y1="96667" x2="61667" y2="95417"/>
                          <a14:foregroundMark x1="61667" y1="95417" x2="77708" y2="86667"/>
                          <a14:foregroundMark x1="77708" y1="86667" x2="77708" y2="86667"/>
                          <a14:foregroundMark x1="30833" y1="7500" x2="25000" y2="10000"/>
                          <a14:foregroundMark x1="25000" y1="10000" x2="22083" y2="12917"/>
                          <a14:foregroundMark x1="78958" y1="13542" x2="73958" y2="9583"/>
                          <a14:foregroundMark x1="78542" y1="13125" x2="78542" y2="12917"/>
                          <a14:foregroundMark x1="78542" y1="12917" x2="77708" y2="11875"/>
                          <a14:foregroundMark x1="79792" y1="14792" x2="76458" y2="11667"/>
                          <a14:foregroundMark x1="76458" y1="11667" x2="76250" y2="11458"/>
                          <a14:foregroundMark x1="77292" y1="11250" x2="80833" y2="14583"/>
                          <a14:foregroundMark x1="80833" y1="14583" x2="80833" y2="14583"/>
                          <a14:foregroundMark x1="72292" y1="8542" x2="73542" y2="9792"/>
                          <a14:backgroundMark x1="30417" y1="6250" x2="29952" y2="6472"/>
                          <a14:backgroundMark x1="97292" y1="44583" x2="98125" y2="60625"/>
                          <a14:backgroundMark x1="98125" y1="60625" x2="96667" y2="62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9991" y="2909721"/>
              <a:ext cx="108000" cy="108000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4" name="Picture 10" descr="HD Letter Email Round White Icon PNG">
              <a:extLst>
                <a:ext uri="{FF2B5EF4-FFF2-40B4-BE49-F238E27FC236}">
                  <a16:creationId xmlns:a16="http://schemas.microsoft.com/office/drawing/2014/main" id="{1AB79463-A8CD-8C03-F3AC-ABDF364EBA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6658" b="94565" l="6522" r="94429">
                          <a14:foregroundMark x1="13859" y1="21060" x2="34103" y2="9375"/>
                          <a14:foregroundMark x1="34103" y1="9375" x2="41033" y2="6929"/>
                          <a14:foregroundMark x1="41033" y1="6929" x2="48913" y2="6522"/>
                          <a14:foregroundMark x1="48913" y1="6522" x2="62364" y2="8016"/>
                          <a14:foregroundMark x1="62364" y1="8016" x2="73234" y2="13451"/>
                          <a14:foregroundMark x1="73234" y1="13451" x2="90082" y2="33832"/>
                          <a14:foregroundMark x1="90082" y1="33832" x2="93478" y2="53804"/>
                          <a14:foregroundMark x1="93478" y1="53804" x2="91712" y2="64402"/>
                          <a14:foregroundMark x1="91712" y1="64402" x2="88587" y2="71196"/>
                          <a14:foregroundMark x1="88587" y1="71196" x2="69565" y2="87228"/>
                          <a14:foregroundMark x1="69565" y1="87228" x2="59103" y2="91168"/>
                          <a14:foregroundMark x1="59103" y1="91168" x2="37228" y2="92799"/>
                          <a14:foregroundMark x1="37228" y1="92799" x2="25543" y2="86277"/>
                          <a14:foregroundMark x1="25543" y1="86277" x2="12228" y2="73098"/>
                          <a14:foregroundMark x1="12228" y1="73098" x2="8288" y2="65217"/>
                          <a14:foregroundMark x1="8288" y1="65217" x2="6522" y2="52853"/>
                          <a14:foregroundMark x1="6522" y1="52853" x2="12364" y2="28397"/>
                          <a14:foregroundMark x1="12364" y1="28397" x2="17799" y2="18342"/>
                          <a14:foregroundMark x1="17799" y1="18342" x2="19701" y2="16848"/>
                          <a14:foregroundMark x1="35190" y1="6522" x2="54891" y2="5842"/>
                          <a14:foregroundMark x1="54891" y1="5842" x2="59783" y2="6658"/>
                          <a14:foregroundMark x1="59783" y1="6658" x2="61685" y2="7473"/>
                          <a14:foregroundMark x1="92935" y1="37772" x2="93342" y2="43478"/>
                          <a14:foregroundMark x1="93342" y1="43478" x2="94022" y2="38587"/>
                          <a14:foregroundMark x1="94022" y1="38587" x2="94565" y2="54755"/>
                          <a14:foregroundMark x1="94565" y1="54755" x2="92255" y2="63587"/>
                          <a14:foregroundMark x1="63995" y1="92935" x2="43071" y2="94565"/>
                          <a14:foregroundMark x1="43071" y1="94565" x2="34647" y2="9225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9991" y="3042796"/>
              <a:ext cx="108000" cy="108000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6" name="Picture 16" descr="Location Icon Circle Vector Art, Icons, and Graphics for Free Download">
              <a:extLst>
                <a:ext uri="{FF2B5EF4-FFF2-40B4-BE49-F238E27FC236}">
                  <a16:creationId xmlns:a16="http://schemas.microsoft.com/office/drawing/2014/main" id="{A8AACC12-143C-3346-38C9-2B656584D13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15" t="18413" r="56410" b="20824"/>
            <a:stretch/>
          </p:blipFill>
          <p:spPr bwMode="auto">
            <a:xfrm>
              <a:off x="5679991" y="3175872"/>
              <a:ext cx="109190" cy="108000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8" name="Picture 4" descr="Date of birth - Free user icons">
              <a:extLst>
                <a:ext uri="{FF2B5EF4-FFF2-40B4-BE49-F238E27FC236}">
                  <a16:creationId xmlns:a16="http://schemas.microsoft.com/office/drawing/2014/main" id="{FFBBA234-DCB0-D541-1FA3-072E855A65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aturation sat="34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9991" y="3308947"/>
              <a:ext cx="108000" cy="1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43D74B4-314A-7CEF-DD52-1DD9A1DEF570}"/>
                </a:ext>
              </a:extLst>
            </p:cNvPr>
            <p:cNvSpPr txBox="1"/>
            <p:nvPr/>
          </p:nvSpPr>
          <p:spPr>
            <a:xfrm>
              <a:off x="5118416" y="2861998"/>
              <a:ext cx="761461" cy="2872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u-Arab-IQ" sz="450" dirty="0">
                  <a:solidFill>
                    <a:schemeClr val="bg1"/>
                  </a:solidFill>
                </a:rPr>
                <a:t>٠٧</a:t>
              </a:r>
              <a:r>
                <a:rPr lang="en-US" sz="450" dirty="0">
                  <a:solidFill>
                    <a:schemeClr val="bg1"/>
                  </a:solidFill>
                </a:rPr>
                <a:t> </a:t>
              </a:r>
              <a:r>
                <a:rPr lang="en-US" sz="394" baseline="30000" dirty="0">
                  <a:solidFill>
                    <a:schemeClr val="bg1"/>
                  </a:solidFill>
                </a:rPr>
                <a:t>xx  xxx xx  </a:t>
              </a:r>
              <a:r>
                <a:rPr lang="en-US" sz="394" baseline="30000" dirty="0" err="1">
                  <a:solidFill>
                    <a:schemeClr val="bg1"/>
                  </a:solidFill>
                </a:rPr>
                <a:t>xx</a:t>
              </a:r>
              <a:endParaRPr lang="en-US" sz="450" baseline="30000" dirty="0">
                <a:solidFill>
                  <a:schemeClr val="bg1"/>
                </a:solidFill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06161C4-A5D7-53D5-0EFC-D11E7B74A7F9}"/>
                </a:ext>
              </a:extLst>
            </p:cNvPr>
            <p:cNvSpPr txBox="1"/>
            <p:nvPr/>
          </p:nvSpPr>
          <p:spPr>
            <a:xfrm>
              <a:off x="5075977" y="3038724"/>
              <a:ext cx="654784" cy="2954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" baseline="30000" dirty="0">
                  <a:solidFill>
                    <a:schemeClr val="bg1"/>
                  </a:solidFill>
                </a:rPr>
                <a:t>email@example.com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4C3E58C-66C4-0D1D-8859-21AA564A1AAD}"/>
                </a:ext>
              </a:extLst>
            </p:cNvPr>
            <p:cNvSpPr txBox="1"/>
            <p:nvPr/>
          </p:nvSpPr>
          <p:spPr>
            <a:xfrm>
              <a:off x="5075977" y="3181284"/>
              <a:ext cx="679918" cy="2831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ku-Arab-IQ" sz="326" b="1" baseline="30000" dirty="0">
                  <a:solidFill>
                    <a:schemeClr val="bg1"/>
                  </a:solidFill>
                </a:rPr>
                <a:t>شار/ پاێزگا/ کوردستان/ عێڕاق</a:t>
              </a:r>
              <a:endParaRPr lang="en-US" sz="326" b="1" baseline="30000" dirty="0">
                <a:solidFill>
                  <a:schemeClr val="bg1"/>
                </a:solidFill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9F1E034-4972-0FBA-C081-02A922972527}"/>
                </a:ext>
              </a:extLst>
            </p:cNvPr>
            <p:cNvSpPr txBox="1"/>
            <p:nvPr/>
          </p:nvSpPr>
          <p:spPr>
            <a:xfrm>
              <a:off x="5091113" y="3321292"/>
              <a:ext cx="664782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ku-Arab-IQ" sz="394" baseline="30000" dirty="0">
                  <a:solidFill>
                    <a:schemeClr val="bg1"/>
                  </a:solidFill>
                </a:rPr>
                <a:t>ڕۆژ / مانگ / ساڵ</a:t>
              </a:r>
              <a:endParaRPr lang="en-US" sz="394" baseline="30000" dirty="0">
                <a:solidFill>
                  <a:schemeClr val="bg1"/>
                </a:solidFill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23F6650A-DAB1-344E-3400-514631ACC201}"/>
                </a:ext>
              </a:extLst>
            </p:cNvPr>
            <p:cNvGrpSpPr/>
            <p:nvPr/>
          </p:nvGrpSpPr>
          <p:grpSpPr>
            <a:xfrm>
              <a:off x="5026910" y="3423036"/>
              <a:ext cx="835555" cy="302533"/>
              <a:chOff x="4926974" y="2577112"/>
              <a:chExt cx="835555" cy="302533"/>
            </a:xfrm>
          </p:grpSpPr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D2E99E2-C1A0-BDCF-91AB-DAAA288497F5}"/>
                  </a:ext>
                </a:extLst>
              </p:cNvPr>
              <p:cNvSpPr txBox="1"/>
              <p:nvPr/>
            </p:nvSpPr>
            <p:spPr>
              <a:xfrm>
                <a:off x="4926974" y="2577112"/>
                <a:ext cx="835555" cy="3025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rtl="1"/>
                <a:r>
                  <a:rPr lang="ku-Arab-IQ" sz="506" b="1" dirty="0">
                    <a:solidFill>
                      <a:schemeClr val="bg1"/>
                    </a:solidFill>
                  </a:rPr>
                  <a:t>شارەزاییەکان</a:t>
                </a:r>
                <a:endParaRPr lang="en-US" sz="506" b="1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5F86EB80-F5DB-EED8-70D3-A0AFA2E693D7}"/>
                  </a:ext>
                </a:extLst>
              </p:cNvPr>
              <p:cNvCxnSpPr/>
              <p:nvPr/>
            </p:nvCxnSpPr>
            <p:spPr>
              <a:xfrm>
                <a:off x="4994910" y="2789263"/>
                <a:ext cx="684000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EC5FDF0C-7E81-A912-1E11-7CD15142B3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45974" y="3738013"/>
              <a:ext cx="57122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203BAB6-0917-947F-74BB-A36277A0FDA7}"/>
                </a:ext>
              </a:extLst>
            </p:cNvPr>
            <p:cNvSpPr txBox="1"/>
            <p:nvPr/>
          </p:nvSpPr>
          <p:spPr>
            <a:xfrm>
              <a:off x="5264725" y="3648076"/>
              <a:ext cx="333723" cy="471468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1" b="1" dirty="0">
                  <a:solidFill>
                    <a:schemeClr val="bg1"/>
                  </a:solidFill>
                </a:rPr>
                <a:t>Word</a:t>
              </a:r>
              <a:endParaRPr lang="en-GB" sz="338" b="1" dirty="0">
                <a:solidFill>
                  <a:schemeClr val="bg1"/>
                </a:solidFill>
              </a:endParaRPr>
            </a:p>
          </p:txBody>
        </p: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028C405-FC10-0A6F-63FF-D15A316077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48890" y="3951827"/>
              <a:ext cx="57122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DF8FEFC5-8279-E4E4-6FD9-E865F894BB38}"/>
                </a:ext>
              </a:extLst>
            </p:cNvPr>
            <p:cNvSpPr txBox="1"/>
            <p:nvPr/>
          </p:nvSpPr>
          <p:spPr>
            <a:xfrm>
              <a:off x="5236729" y="3811899"/>
              <a:ext cx="389714" cy="996171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38" b="1" dirty="0">
                  <a:solidFill>
                    <a:schemeClr val="bg1"/>
                  </a:solidFill>
                </a:rPr>
                <a:t>Power</a:t>
              </a:r>
            </a:p>
            <a:p>
              <a:pPr algn="ctr"/>
              <a:r>
                <a:rPr lang="en-US" sz="338" b="1" dirty="0">
                  <a:solidFill>
                    <a:schemeClr val="bg1"/>
                  </a:solidFill>
                </a:rPr>
                <a:t>Point </a:t>
              </a:r>
              <a:endParaRPr lang="en-GB" sz="338" b="1" dirty="0">
                <a:solidFill>
                  <a:schemeClr val="bg1"/>
                </a:solidFill>
              </a:endParaRPr>
            </a:p>
          </p:txBody>
        </p: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0908E38C-2D79-8627-DD1B-76E98066F8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1443" y="4178696"/>
              <a:ext cx="57122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8752E8B2-CA20-D7C9-8183-8BD4951B2A39}"/>
                </a:ext>
              </a:extLst>
            </p:cNvPr>
            <p:cNvSpPr txBox="1"/>
            <p:nvPr/>
          </p:nvSpPr>
          <p:spPr>
            <a:xfrm>
              <a:off x="5270194" y="4084949"/>
              <a:ext cx="333723" cy="548299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1" b="1" dirty="0">
                  <a:solidFill>
                    <a:schemeClr val="bg1"/>
                  </a:solidFill>
                </a:rPr>
                <a:t>Excel</a:t>
              </a:r>
              <a:endParaRPr lang="en-GB" sz="338" b="1" dirty="0">
                <a:solidFill>
                  <a:schemeClr val="bg1"/>
                </a:solidFill>
              </a:endParaRP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4A74C20-F868-2EC8-1E46-3CC00033CE37}"/>
                </a:ext>
              </a:extLst>
            </p:cNvPr>
            <p:cNvGrpSpPr/>
            <p:nvPr/>
          </p:nvGrpSpPr>
          <p:grpSpPr>
            <a:xfrm>
              <a:off x="5125800" y="4238550"/>
              <a:ext cx="639277" cy="58273"/>
              <a:chOff x="-4590298" y="5333690"/>
              <a:chExt cx="9931894" cy="873368"/>
            </a:xfrm>
            <a:solidFill>
              <a:schemeClr val="accent6">
                <a:lumMod val="50000"/>
              </a:schemeClr>
            </a:solidFill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EFB06C35-4A83-18A6-C003-2129BF23458C}"/>
                  </a:ext>
                </a:extLst>
              </p:cNvPr>
              <p:cNvSpPr/>
              <p:nvPr/>
            </p:nvSpPr>
            <p:spPr>
              <a:xfrm>
                <a:off x="-4590298" y="5333690"/>
                <a:ext cx="9931894" cy="873368"/>
              </a:xfrm>
              <a:prstGeom prst="rect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38" dirty="0"/>
              </a:p>
            </p:txBody>
          </p: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8656A635-D91C-C394-339E-093574CC27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39083" y="5770376"/>
                <a:ext cx="7942860" cy="0"/>
              </a:xfrm>
              <a:prstGeom prst="lin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5036EDEE-D03B-A177-1C42-725127306D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57218" y="5758619"/>
                <a:ext cx="395998" cy="0"/>
              </a:xfrm>
              <a:prstGeom prst="lin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DB6F2953-7439-A20A-BA2E-2444FB7C2521}"/>
                </a:ext>
              </a:extLst>
            </p:cNvPr>
            <p:cNvGrpSpPr/>
            <p:nvPr/>
          </p:nvGrpSpPr>
          <p:grpSpPr>
            <a:xfrm>
              <a:off x="5123247" y="4059306"/>
              <a:ext cx="639277" cy="58273"/>
              <a:chOff x="-4590298" y="5333690"/>
              <a:chExt cx="9931894" cy="873368"/>
            </a:xfrm>
            <a:solidFill>
              <a:schemeClr val="accent6">
                <a:lumMod val="50000"/>
              </a:schemeClr>
            </a:solidFill>
          </p:grpSpPr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0E502B74-C82D-70D2-22D0-EA6D8B6E8E1C}"/>
                  </a:ext>
                </a:extLst>
              </p:cNvPr>
              <p:cNvSpPr/>
              <p:nvPr/>
            </p:nvSpPr>
            <p:spPr>
              <a:xfrm>
                <a:off x="-4590298" y="5333690"/>
                <a:ext cx="9931894" cy="873368"/>
              </a:xfrm>
              <a:prstGeom prst="rect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38" dirty="0"/>
              </a:p>
            </p:txBody>
          </p: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BE916ADF-F357-2F11-74F5-A1BFFA5081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39083" y="5770376"/>
                <a:ext cx="7942860" cy="0"/>
              </a:xfrm>
              <a:prstGeom prst="lin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A309BA45-88D9-42B3-7287-2C6F1E1947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57218" y="5758619"/>
                <a:ext cx="395998" cy="0"/>
              </a:xfrm>
              <a:prstGeom prst="lin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3B8BA83A-888B-824F-1B8D-E8579406932B}"/>
                </a:ext>
              </a:extLst>
            </p:cNvPr>
            <p:cNvGrpSpPr/>
            <p:nvPr/>
          </p:nvGrpSpPr>
          <p:grpSpPr>
            <a:xfrm>
              <a:off x="5120331" y="3790247"/>
              <a:ext cx="639277" cy="58273"/>
              <a:chOff x="-4590298" y="5333690"/>
              <a:chExt cx="9931894" cy="873368"/>
            </a:xfrm>
            <a:solidFill>
              <a:schemeClr val="accent6">
                <a:lumMod val="50000"/>
              </a:schemeClr>
            </a:solidFill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2E2076AC-C6B2-02FE-D096-C4EE61970F51}"/>
                  </a:ext>
                </a:extLst>
              </p:cNvPr>
              <p:cNvSpPr/>
              <p:nvPr/>
            </p:nvSpPr>
            <p:spPr>
              <a:xfrm>
                <a:off x="-4590298" y="5333690"/>
                <a:ext cx="9931894" cy="873368"/>
              </a:xfrm>
              <a:prstGeom prst="rect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38" dirty="0"/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EE2E47DE-54C0-758F-52BD-B82EC27A62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4039083" y="5770376"/>
                <a:ext cx="7942860" cy="0"/>
              </a:xfrm>
              <a:prstGeom prst="lin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AE9ACB15-79FE-21FE-FF71-ABB55D1864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57218" y="5758619"/>
                <a:ext cx="395998" cy="0"/>
              </a:xfrm>
              <a:prstGeom prst="lin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10A8FFDC-F3A9-DD15-F221-2C6CFCEE4462}"/>
                </a:ext>
              </a:extLst>
            </p:cNvPr>
            <p:cNvGrpSpPr/>
            <p:nvPr/>
          </p:nvGrpSpPr>
          <p:grpSpPr>
            <a:xfrm>
              <a:off x="5088720" y="4314506"/>
              <a:ext cx="770012" cy="302533"/>
              <a:chOff x="4992517" y="2577112"/>
              <a:chExt cx="770012" cy="302533"/>
            </a:xfrm>
          </p:grpSpPr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BD1ACAC6-DEFF-F19C-D108-891B9DA064CC}"/>
                  </a:ext>
                </a:extLst>
              </p:cNvPr>
              <p:cNvSpPr txBox="1"/>
              <p:nvPr/>
            </p:nvSpPr>
            <p:spPr>
              <a:xfrm>
                <a:off x="4992517" y="2577112"/>
                <a:ext cx="770012" cy="3025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rtl="1"/>
                <a:r>
                  <a:rPr lang="ku-Arab-IQ" sz="506" b="1" dirty="0">
                    <a:solidFill>
                      <a:schemeClr val="bg1"/>
                    </a:solidFill>
                  </a:rPr>
                  <a:t>ئاستی زمان</a:t>
                </a:r>
                <a:endParaRPr lang="en-US" sz="506" b="1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3F9584B0-75E1-DFF4-0470-31B34C6492F2}"/>
                  </a:ext>
                </a:extLst>
              </p:cNvPr>
              <p:cNvCxnSpPr/>
              <p:nvPr/>
            </p:nvCxnSpPr>
            <p:spPr>
              <a:xfrm>
                <a:off x="4994910" y="2789263"/>
                <a:ext cx="684000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8E014D27-A087-561D-0525-EBE7A74EBBD8}"/>
                </a:ext>
              </a:extLst>
            </p:cNvPr>
            <p:cNvSpPr txBox="1"/>
            <p:nvPr/>
          </p:nvSpPr>
          <p:spPr>
            <a:xfrm>
              <a:off x="5125799" y="4536510"/>
              <a:ext cx="718741" cy="4757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>
                <a:lnSpc>
                  <a:spcPct val="150000"/>
                </a:lnSpc>
              </a:pPr>
              <a:r>
                <a:rPr lang="ku-Arab-IQ" sz="394" baseline="30000" dirty="0">
                  <a:solidFill>
                    <a:schemeClr val="bg1"/>
                  </a:solidFill>
                </a:rPr>
                <a:t>کوردی: زمانی دایك</a:t>
              </a:r>
            </a:p>
            <a:p>
              <a:pPr algn="r" rtl="1">
                <a:lnSpc>
                  <a:spcPct val="150000"/>
                </a:lnSpc>
              </a:pPr>
              <a:r>
                <a:rPr lang="ku-Arab-IQ" sz="394" baseline="30000" dirty="0">
                  <a:solidFill>
                    <a:schemeClr val="bg1"/>
                  </a:solidFill>
                </a:rPr>
                <a:t>عەرەبی: زۆر باش</a:t>
              </a:r>
            </a:p>
            <a:p>
              <a:pPr algn="r" rtl="1">
                <a:lnSpc>
                  <a:spcPct val="150000"/>
                </a:lnSpc>
              </a:pPr>
              <a:r>
                <a:rPr lang="ku-Arab-IQ" sz="394" baseline="30000" dirty="0">
                  <a:solidFill>
                    <a:schemeClr val="bg1"/>
                  </a:solidFill>
                </a:rPr>
                <a:t>ئینگلیزی: نایاب</a:t>
              </a:r>
              <a:endParaRPr lang="en-US" sz="394" baseline="300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7598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D37BE-105B-0442-75E0-340077082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roup 240">
            <a:extLst>
              <a:ext uri="{FF2B5EF4-FFF2-40B4-BE49-F238E27FC236}">
                <a16:creationId xmlns:a16="http://schemas.microsoft.com/office/drawing/2014/main" id="{87D1C458-97B6-DB4D-4EDD-20FF0A84DD6A}"/>
              </a:ext>
            </a:extLst>
          </p:cNvPr>
          <p:cNvGrpSpPr/>
          <p:nvPr/>
        </p:nvGrpSpPr>
        <p:grpSpPr>
          <a:xfrm>
            <a:off x="-7282377" y="-10376538"/>
            <a:ext cx="21342628" cy="30129299"/>
            <a:chOff x="-12946448" y="-23301000"/>
            <a:chExt cx="37942449" cy="53563198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32887AE9-EE5E-E436-D7B0-2B7AA1ACCCC5}"/>
                </a:ext>
              </a:extLst>
            </p:cNvPr>
            <p:cNvSpPr/>
            <p:nvPr/>
          </p:nvSpPr>
          <p:spPr>
            <a:xfrm>
              <a:off x="-12804000" y="-23301000"/>
              <a:ext cx="37800000" cy="53460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9F8C1D6-43B4-4A30-7DA4-DA5EB28275FF}"/>
                </a:ext>
              </a:extLst>
            </p:cNvPr>
            <p:cNvGrpSpPr/>
            <p:nvPr/>
          </p:nvGrpSpPr>
          <p:grpSpPr>
            <a:xfrm flipH="1">
              <a:off x="914400" y="-21564600"/>
              <a:ext cx="24081600" cy="51826798"/>
              <a:chOff x="-12804000" y="-18745201"/>
              <a:chExt cx="19854778" cy="48904202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EA96B947-B781-CED1-3443-A57096262605}"/>
                  </a:ext>
                </a:extLst>
              </p:cNvPr>
              <p:cNvSpPr/>
              <p:nvPr/>
            </p:nvSpPr>
            <p:spPr>
              <a:xfrm>
                <a:off x="-12804000" y="-18745200"/>
                <a:ext cx="19854778" cy="48904201"/>
              </a:xfrm>
              <a:prstGeom prst="roundRect">
                <a:avLst>
                  <a:gd name="adj" fmla="val 850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13" dirty="0"/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1788DD7A-2042-917E-5BE1-6CDD5F94CAB0}"/>
                  </a:ext>
                </a:extLst>
              </p:cNvPr>
              <p:cNvSpPr/>
              <p:nvPr/>
            </p:nvSpPr>
            <p:spPr>
              <a:xfrm>
                <a:off x="-12804000" y="-18745201"/>
                <a:ext cx="8689200" cy="4890420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13" dirty="0"/>
              </a:p>
            </p:txBody>
          </p:sp>
        </p:grp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D82DC90-4573-4CCC-84AD-BEA19B37829A}"/>
                </a:ext>
              </a:extLst>
            </p:cNvPr>
            <p:cNvSpPr/>
            <p:nvPr/>
          </p:nvSpPr>
          <p:spPr>
            <a:xfrm flipH="1">
              <a:off x="914400" y="19964400"/>
              <a:ext cx="24081600" cy="101946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13" dirty="0"/>
            </a:p>
          </p:txBody>
        </p:sp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3AEAE5C1-5EC1-27CC-1848-A5A0C020802F}"/>
                </a:ext>
              </a:extLst>
            </p:cNvPr>
            <p:cNvSpPr/>
            <p:nvPr/>
          </p:nvSpPr>
          <p:spPr>
            <a:xfrm rot="5400000">
              <a:off x="9032400" y="-19588200"/>
              <a:ext cx="14760000" cy="13320000"/>
            </a:xfrm>
            <a:prstGeom prst="hexagon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82C22E4-9204-138B-092F-D12BBE468E9E}"/>
                </a:ext>
              </a:extLst>
            </p:cNvPr>
            <p:cNvSpPr/>
            <p:nvPr/>
          </p:nvSpPr>
          <p:spPr>
            <a:xfrm rot="16200000" flipV="1">
              <a:off x="14175897" y="-12970197"/>
              <a:ext cx="4473000" cy="13319994"/>
            </a:xfrm>
            <a:custGeom>
              <a:avLst/>
              <a:gdLst>
                <a:gd name="csX0" fmla="*/ 0 w 4473000"/>
                <a:gd name="csY0" fmla="*/ 6659996 h 13319994"/>
                <a:gd name="csX1" fmla="*/ 3330000 w 4473000"/>
                <a:gd name="csY1" fmla="*/ 0 h 13319994"/>
                <a:gd name="csX2" fmla="*/ 4473000 w 4473000"/>
                <a:gd name="csY2" fmla="*/ 0 h 13319994"/>
                <a:gd name="csX3" fmla="*/ 1143000 w 4473000"/>
                <a:gd name="csY3" fmla="*/ 6659996 h 13319994"/>
                <a:gd name="csX4" fmla="*/ 4473000 w 4473000"/>
                <a:gd name="csY4" fmla="*/ 13319994 h 13319994"/>
                <a:gd name="csX5" fmla="*/ 3330000 w 4473000"/>
                <a:gd name="csY5" fmla="*/ 13319994 h 13319994"/>
                <a:gd name="csX6" fmla="*/ 0 w 4473000"/>
                <a:gd name="csY6" fmla="*/ 6659996 h 133199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473000" h="13319994">
                  <a:moveTo>
                    <a:pt x="0" y="6659996"/>
                  </a:moveTo>
                  <a:lnTo>
                    <a:pt x="3330000" y="0"/>
                  </a:lnTo>
                  <a:lnTo>
                    <a:pt x="4473000" y="0"/>
                  </a:lnTo>
                  <a:lnTo>
                    <a:pt x="1143000" y="6659996"/>
                  </a:lnTo>
                  <a:lnTo>
                    <a:pt x="4473000" y="13319994"/>
                  </a:lnTo>
                  <a:lnTo>
                    <a:pt x="3330000" y="13319994"/>
                  </a:lnTo>
                  <a:lnTo>
                    <a:pt x="0" y="6659996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1342D8E-01F8-CA07-8D6D-052B4E7643F1}"/>
                </a:ext>
              </a:extLst>
            </p:cNvPr>
            <p:cNvSpPr/>
            <p:nvPr/>
          </p:nvSpPr>
          <p:spPr>
            <a:xfrm rot="5400000">
              <a:off x="14175897" y="-11598597"/>
              <a:ext cx="4473000" cy="13319994"/>
            </a:xfrm>
            <a:custGeom>
              <a:avLst/>
              <a:gdLst>
                <a:gd name="csX0" fmla="*/ 0 w 4473000"/>
                <a:gd name="csY0" fmla="*/ 13319994 h 13319994"/>
                <a:gd name="csX1" fmla="*/ 3330000 w 4473000"/>
                <a:gd name="csY1" fmla="*/ 6659996 h 13319994"/>
                <a:gd name="csX2" fmla="*/ 0 w 4473000"/>
                <a:gd name="csY2" fmla="*/ 0 h 13319994"/>
                <a:gd name="csX3" fmla="*/ 1143000 w 4473000"/>
                <a:gd name="csY3" fmla="*/ 0 h 13319994"/>
                <a:gd name="csX4" fmla="*/ 4473000 w 4473000"/>
                <a:gd name="csY4" fmla="*/ 6659996 h 13319994"/>
                <a:gd name="csX5" fmla="*/ 1143000 w 4473000"/>
                <a:gd name="csY5" fmla="*/ 13319994 h 13319994"/>
                <a:gd name="csX6" fmla="*/ 0 w 4473000"/>
                <a:gd name="csY6" fmla="*/ 13319994 h 133199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473000" h="13319994">
                  <a:moveTo>
                    <a:pt x="0" y="13319994"/>
                  </a:moveTo>
                  <a:lnTo>
                    <a:pt x="3330000" y="6659996"/>
                  </a:lnTo>
                  <a:lnTo>
                    <a:pt x="0" y="0"/>
                  </a:lnTo>
                  <a:lnTo>
                    <a:pt x="1143000" y="0"/>
                  </a:lnTo>
                  <a:lnTo>
                    <a:pt x="4473000" y="6659996"/>
                  </a:lnTo>
                  <a:lnTo>
                    <a:pt x="1143000" y="13319994"/>
                  </a:lnTo>
                  <a:lnTo>
                    <a:pt x="0" y="13319994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5654CCD-6654-DBF4-D9CF-9B52351600F3}"/>
                </a:ext>
              </a:extLst>
            </p:cNvPr>
            <p:cNvSpPr/>
            <p:nvPr/>
          </p:nvSpPr>
          <p:spPr>
            <a:xfrm>
              <a:off x="-12586448" y="-16788882"/>
              <a:ext cx="22160753" cy="7725564"/>
            </a:xfrm>
            <a:prstGeom prst="rect">
              <a:avLst/>
            </a:prstGeom>
            <a:solidFill>
              <a:schemeClr val="bg1"/>
            </a:solidFill>
            <a:ln w="3810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u-Arab-IQ" sz="14063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نـاو بـاوك بـاپیــر</a:t>
              </a:r>
              <a:endParaRPr lang="en-US" sz="14063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43" name="Picture 42" descr="Urbis | Glen Power">
              <a:extLst>
                <a:ext uri="{FF2B5EF4-FFF2-40B4-BE49-F238E27FC236}">
                  <a16:creationId xmlns:a16="http://schemas.microsoft.com/office/drawing/2014/main" id="{4B93F9A5-2032-264F-3A03-D19FA1D81D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9908" r="9908" b="11146"/>
            <a:stretch>
              <a:fillRect/>
            </a:stretch>
          </p:blipFill>
          <p:spPr>
            <a:xfrm flipH="1">
              <a:off x="10509771" y="-19468951"/>
              <a:ext cx="11805251" cy="13081501"/>
            </a:xfrm>
            <a:custGeom>
              <a:avLst/>
              <a:gdLst>
                <a:gd name="csX0" fmla="*/ 6659996 w 13319992"/>
                <a:gd name="csY0" fmla="*/ 0 h 14759999"/>
                <a:gd name="csX1" fmla="*/ 0 w 13319992"/>
                <a:gd name="csY1" fmla="*/ 3330000 h 14759999"/>
                <a:gd name="csX2" fmla="*/ 0 w 13319992"/>
                <a:gd name="csY2" fmla="*/ 11429999 h 14759999"/>
                <a:gd name="csX3" fmla="*/ 6659996 w 13319992"/>
                <a:gd name="csY3" fmla="*/ 14759999 h 14759999"/>
                <a:gd name="csX4" fmla="*/ 13319992 w 13319992"/>
                <a:gd name="csY4" fmla="*/ 11429999 h 14759999"/>
                <a:gd name="csX5" fmla="*/ 13319992 w 13319992"/>
                <a:gd name="csY5" fmla="*/ 3330000 h 14759999"/>
                <a:gd name="csX6" fmla="*/ 6659996 w 13319992"/>
                <a:gd name="csY6" fmla="*/ 0 h 14759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3319992" h="14759999">
                  <a:moveTo>
                    <a:pt x="6659996" y="0"/>
                  </a:moveTo>
                  <a:lnTo>
                    <a:pt x="0" y="3330000"/>
                  </a:lnTo>
                  <a:lnTo>
                    <a:pt x="0" y="11429999"/>
                  </a:lnTo>
                  <a:lnTo>
                    <a:pt x="6659996" y="14759999"/>
                  </a:lnTo>
                  <a:lnTo>
                    <a:pt x="13319992" y="11429999"/>
                  </a:lnTo>
                  <a:lnTo>
                    <a:pt x="13319992" y="3330000"/>
                  </a:lnTo>
                  <a:lnTo>
                    <a:pt x="6659996" y="0"/>
                  </a:lnTo>
                  <a:close/>
                </a:path>
              </a:pathLst>
            </a:custGeom>
          </p:spPr>
        </p:pic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1ED3FA02-0759-FC12-F92E-47E3891E9302}"/>
                </a:ext>
              </a:extLst>
            </p:cNvPr>
            <p:cNvGrpSpPr/>
            <p:nvPr/>
          </p:nvGrpSpPr>
          <p:grpSpPr>
            <a:xfrm>
              <a:off x="1835987" y="-2130127"/>
              <a:ext cx="23160013" cy="3094045"/>
              <a:chOff x="1835987" y="-2130127"/>
              <a:chExt cx="23160013" cy="3094045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BCC6293C-E549-40AF-331B-B83A27C870BD}"/>
                  </a:ext>
                </a:extLst>
              </p:cNvPr>
              <p:cNvGrpSpPr/>
              <p:nvPr/>
            </p:nvGrpSpPr>
            <p:grpSpPr>
              <a:xfrm flipH="1">
                <a:off x="1835987" y="-2130127"/>
                <a:ext cx="23160013" cy="3094045"/>
                <a:chOff x="157951" y="2805195"/>
                <a:chExt cx="2514913" cy="317425"/>
              </a:xfrm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6DD9272C-A3B5-7CD3-9A6A-1CE20F05D855}"/>
                    </a:ext>
                  </a:extLst>
                </p:cNvPr>
                <p:cNvSpPr/>
                <p:nvPr/>
              </p:nvSpPr>
              <p:spPr>
                <a:xfrm rot="2700000">
                  <a:off x="2577832" y="2914448"/>
                  <a:ext cx="92333" cy="97730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2664FA1D-3B03-2018-037A-C710AF01E5D2}"/>
                    </a:ext>
                  </a:extLst>
                </p:cNvPr>
                <p:cNvGrpSpPr/>
                <p:nvPr/>
              </p:nvGrpSpPr>
              <p:grpSpPr>
                <a:xfrm flipH="1">
                  <a:off x="157951" y="2805195"/>
                  <a:ext cx="2466047" cy="317425"/>
                  <a:chOff x="-5365861" y="2640827"/>
                  <a:chExt cx="4323433" cy="738980"/>
                </a:xfrm>
                <a:solidFill>
                  <a:schemeClr val="accent6">
                    <a:lumMod val="50000"/>
                  </a:schemeClr>
                </a:solidFill>
              </p:grpSpPr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661E1334-59BA-2E33-088B-EEE3ADD541A6}"/>
                      </a:ext>
                    </a:extLst>
                  </p:cNvPr>
                  <p:cNvSpPr/>
                  <p:nvPr/>
                </p:nvSpPr>
                <p:spPr>
                  <a:xfrm>
                    <a:off x="-2666528" y="2640832"/>
                    <a:ext cx="1624100" cy="738975"/>
                  </a:xfrm>
                  <a:prstGeom prst="rect">
                    <a:avLst/>
                  </a:prstGeom>
                  <a:solidFill>
                    <a:schemeClr val="accent1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1"/>
                    <a:endParaRPr lang="en-GB" sz="14063" dirty="0"/>
                  </a:p>
                </p:txBody>
              </p:sp>
              <p:sp>
                <p:nvSpPr>
                  <p:cNvPr id="50" name="Hexagon 49">
                    <a:extLst>
                      <a:ext uri="{FF2B5EF4-FFF2-40B4-BE49-F238E27FC236}">
                        <a16:creationId xmlns:a16="http://schemas.microsoft.com/office/drawing/2014/main" id="{5FC7C2B3-704D-3A2A-FA9F-C73FD067AA47}"/>
                      </a:ext>
                    </a:extLst>
                  </p:cNvPr>
                  <p:cNvSpPr/>
                  <p:nvPr/>
                </p:nvSpPr>
                <p:spPr>
                  <a:xfrm>
                    <a:off x="-2885227" y="2640827"/>
                    <a:ext cx="797865" cy="738978"/>
                  </a:xfrm>
                  <a:prstGeom prst="hexagon">
                    <a:avLst/>
                  </a:prstGeom>
                  <a:solidFill>
                    <a:schemeClr val="accent1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1"/>
                    <a:endParaRPr lang="en-GB" sz="1013" dirty="0"/>
                  </a:p>
                </p:txBody>
              </p: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4F20FC62-B3C2-CE27-8901-A52109B04A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-5365861" y="3008933"/>
                    <a:ext cx="2699333" cy="0"/>
                  </a:xfrm>
                  <a:prstGeom prst="line">
                    <a:avLst/>
                  </a:prstGeom>
                  <a:grpFill/>
                  <a:ln w="190500">
                    <a:solidFill>
                      <a:schemeClr val="accent1">
                        <a:lumMod val="50000"/>
                      </a:schemeClr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05C9EFC7-154E-3A40-8F20-D3797829E81A}"/>
                  </a:ext>
                </a:extLst>
              </p:cNvPr>
              <p:cNvSpPr txBox="1"/>
              <p:nvPr/>
            </p:nvSpPr>
            <p:spPr>
              <a:xfrm>
                <a:off x="16799453" y="-2020061"/>
                <a:ext cx="8196547" cy="2934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rtl="1"/>
                <a:r>
                  <a:rPr lang="ku-Arab-IQ" sz="10125" b="1" dirty="0">
                    <a:solidFill>
                      <a:schemeClr val="bg1"/>
                    </a:solidFill>
                  </a:rPr>
                  <a:t> کەسایەتی</a:t>
                </a:r>
                <a:endParaRPr lang="en-US" sz="10125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88E04E33-8CDC-0DE5-5A77-721900E604F1}"/>
                </a:ext>
              </a:extLst>
            </p:cNvPr>
            <p:cNvGrpSpPr/>
            <p:nvPr/>
          </p:nvGrpSpPr>
          <p:grpSpPr>
            <a:xfrm>
              <a:off x="1835987" y="8161429"/>
              <a:ext cx="23160013" cy="3094045"/>
              <a:chOff x="1835987" y="-2130127"/>
              <a:chExt cx="23160013" cy="3094045"/>
            </a:xfrm>
          </p:grpSpPr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04A5C2F9-B073-26A6-EE75-4F21E42A6EBA}"/>
                  </a:ext>
                </a:extLst>
              </p:cNvPr>
              <p:cNvGrpSpPr/>
              <p:nvPr/>
            </p:nvGrpSpPr>
            <p:grpSpPr>
              <a:xfrm flipH="1">
                <a:off x="1835987" y="-2130127"/>
                <a:ext cx="23160013" cy="3094045"/>
                <a:chOff x="157951" y="2805195"/>
                <a:chExt cx="2514913" cy="317425"/>
              </a:xfrm>
            </p:grpSpPr>
            <p:sp>
              <p:nvSpPr>
                <p:cNvPr id="161" name="Rectangle 160">
                  <a:extLst>
                    <a:ext uri="{FF2B5EF4-FFF2-40B4-BE49-F238E27FC236}">
                      <a16:creationId xmlns:a16="http://schemas.microsoft.com/office/drawing/2014/main" id="{3584F62D-D9AC-A08E-4519-C402FE1073E7}"/>
                    </a:ext>
                  </a:extLst>
                </p:cNvPr>
                <p:cNvSpPr/>
                <p:nvPr/>
              </p:nvSpPr>
              <p:spPr>
                <a:xfrm rot="2700000">
                  <a:off x="2577832" y="2914448"/>
                  <a:ext cx="92333" cy="97730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grpSp>
              <p:nvGrpSpPr>
                <p:cNvPr id="162" name="Group 161">
                  <a:extLst>
                    <a:ext uri="{FF2B5EF4-FFF2-40B4-BE49-F238E27FC236}">
                      <a16:creationId xmlns:a16="http://schemas.microsoft.com/office/drawing/2014/main" id="{9809AE2D-9DFA-2BAD-5ACB-ACEB49C5A07E}"/>
                    </a:ext>
                  </a:extLst>
                </p:cNvPr>
                <p:cNvGrpSpPr/>
                <p:nvPr/>
              </p:nvGrpSpPr>
              <p:grpSpPr>
                <a:xfrm flipH="1">
                  <a:off x="157951" y="2805195"/>
                  <a:ext cx="2466047" cy="317425"/>
                  <a:chOff x="-5365861" y="2640827"/>
                  <a:chExt cx="4323433" cy="738980"/>
                </a:xfrm>
                <a:solidFill>
                  <a:schemeClr val="accent6">
                    <a:lumMod val="50000"/>
                  </a:schemeClr>
                </a:solidFill>
              </p:grpSpPr>
              <p:sp>
                <p:nvSpPr>
                  <p:cNvPr id="163" name="Rectangle 162">
                    <a:extLst>
                      <a:ext uri="{FF2B5EF4-FFF2-40B4-BE49-F238E27FC236}">
                        <a16:creationId xmlns:a16="http://schemas.microsoft.com/office/drawing/2014/main" id="{3FCA4885-C06F-0946-53F1-E37ACD6503A3}"/>
                      </a:ext>
                    </a:extLst>
                  </p:cNvPr>
                  <p:cNvSpPr/>
                  <p:nvPr/>
                </p:nvSpPr>
                <p:spPr>
                  <a:xfrm>
                    <a:off x="-2284255" y="2640832"/>
                    <a:ext cx="1241827" cy="738975"/>
                  </a:xfrm>
                  <a:prstGeom prst="rect">
                    <a:avLst/>
                  </a:prstGeom>
                  <a:solidFill>
                    <a:schemeClr val="accent1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1"/>
                    <a:endParaRPr lang="en-GB" sz="14063" dirty="0"/>
                  </a:p>
                </p:txBody>
              </p:sp>
              <p:sp>
                <p:nvSpPr>
                  <p:cNvPr id="164" name="Hexagon 163">
                    <a:extLst>
                      <a:ext uri="{FF2B5EF4-FFF2-40B4-BE49-F238E27FC236}">
                        <a16:creationId xmlns:a16="http://schemas.microsoft.com/office/drawing/2014/main" id="{9B3828C1-96A9-AB34-4D86-86CD2E51A718}"/>
                      </a:ext>
                    </a:extLst>
                  </p:cNvPr>
                  <p:cNvSpPr/>
                  <p:nvPr/>
                </p:nvSpPr>
                <p:spPr>
                  <a:xfrm>
                    <a:off x="-2666528" y="2640827"/>
                    <a:ext cx="579166" cy="738978"/>
                  </a:xfrm>
                  <a:prstGeom prst="hexagon">
                    <a:avLst/>
                  </a:prstGeom>
                  <a:solidFill>
                    <a:schemeClr val="accent1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1"/>
                    <a:endParaRPr lang="en-GB" sz="1013" dirty="0"/>
                  </a:p>
                </p:txBody>
              </p:sp>
              <p:cxnSp>
                <p:nvCxnSpPr>
                  <p:cNvPr id="165" name="Straight Connector 164">
                    <a:extLst>
                      <a:ext uri="{FF2B5EF4-FFF2-40B4-BE49-F238E27FC236}">
                        <a16:creationId xmlns:a16="http://schemas.microsoft.com/office/drawing/2014/main" id="{78335F17-3875-4E0B-59F6-80ECF29FFA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-5365861" y="3008933"/>
                    <a:ext cx="2820489" cy="0"/>
                  </a:xfrm>
                  <a:prstGeom prst="line">
                    <a:avLst/>
                  </a:prstGeom>
                  <a:grpFill/>
                  <a:ln w="190500">
                    <a:solidFill>
                      <a:schemeClr val="accent1">
                        <a:lumMod val="50000"/>
                      </a:schemeClr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633FF740-4A38-64F9-5235-C079AFB453F2}"/>
                  </a:ext>
                </a:extLst>
              </p:cNvPr>
              <p:cNvSpPr txBox="1"/>
              <p:nvPr/>
            </p:nvSpPr>
            <p:spPr>
              <a:xfrm>
                <a:off x="17776930" y="-2020061"/>
                <a:ext cx="7219070" cy="2934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rtl="1"/>
                <a:r>
                  <a:rPr lang="ku-Arab-IQ" sz="10125" b="1" dirty="0">
                    <a:solidFill>
                      <a:schemeClr val="bg1"/>
                    </a:solidFill>
                  </a:rPr>
                  <a:t> بڕوانامە</a:t>
                </a:r>
                <a:endParaRPr lang="en-US" sz="10125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0BCB8BC9-5C30-EBC5-509D-7630A12A8C29}"/>
                </a:ext>
              </a:extLst>
            </p:cNvPr>
            <p:cNvSpPr txBox="1"/>
            <p:nvPr/>
          </p:nvSpPr>
          <p:spPr>
            <a:xfrm>
              <a:off x="914400" y="952307"/>
              <a:ext cx="23776800" cy="7550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/>
              <a:r>
                <a:rPr lang="ku-Arab-IQ" sz="6750" dirty="0"/>
                <a:t>من شارەزایی تەواوم لە بەڕێوبەرایەتی هەیە. دەتوانم لە کاتی هەبوونی فشاردا پلانی خێرا دانێم بۆ ڕووبەڕووبوونەوەی. توانای قسەکردنێکی باشم هەیە و ئەدای وتاردانم بەرزە.</a:t>
              </a:r>
              <a:endParaRPr lang="en-US" sz="6750" dirty="0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C893CA44-94FC-90A1-8676-BA91AAF79E07}"/>
                </a:ext>
              </a:extLst>
            </p:cNvPr>
            <p:cNvSpPr txBox="1"/>
            <p:nvPr/>
          </p:nvSpPr>
          <p:spPr>
            <a:xfrm>
              <a:off x="914400" y="11255466"/>
              <a:ext cx="23853000" cy="3857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/>
              <a:r>
                <a:rPr lang="ku-Arab-IQ" sz="6750" dirty="0">
                  <a:solidFill>
                    <a:schemeClr val="bg1"/>
                  </a:solidFill>
                </a:rPr>
                <a:t>١. </a:t>
              </a:r>
              <a:r>
                <a:rPr lang="ku-Arab-IQ" sz="6750" dirty="0"/>
                <a:t>بڕوانامەی بەکالۆریۆس لە ئەندازیاری شارستانی، ٢٠٠٢ – ٢٠٠٣.</a:t>
              </a:r>
              <a:endParaRPr lang="en-US" sz="6750" dirty="0"/>
            </a:p>
          </p:txBody>
        </p: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85CAC813-58C8-3604-1E29-6B8B02087454}"/>
                </a:ext>
              </a:extLst>
            </p:cNvPr>
            <p:cNvGrpSpPr/>
            <p:nvPr/>
          </p:nvGrpSpPr>
          <p:grpSpPr>
            <a:xfrm>
              <a:off x="1835987" y="15041117"/>
              <a:ext cx="23160014" cy="3094045"/>
              <a:chOff x="1835987" y="-2130127"/>
              <a:chExt cx="23160014" cy="3094045"/>
            </a:xfrm>
          </p:grpSpPr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FFE32AE3-A95A-5950-7348-30129A396D8E}"/>
                  </a:ext>
                </a:extLst>
              </p:cNvPr>
              <p:cNvGrpSpPr/>
              <p:nvPr/>
            </p:nvGrpSpPr>
            <p:grpSpPr>
              <a:xfrm flipH="1">
                <a:off x="1835987" y="-2130127"/>
                <a:ext cx="23160013" cy="3094045"/>
                <a:chOff x="157951" y="2805195"/>
                <a:chExt cx="2514913" cy="317425"/>
              </a:xfrm>
            </p:grpSpPr>
            <p:sp>
              <p:nvSpPr>
                <p:cNvPr id="172" name="Rectangle 171">
                  <a:extLst>
                    <a:ext uri="{FF2B5EF4-FFF2-40B4-BE49-F238E27FC236}">
                      <a16:creationId xmlns:a16="http://schemas.microsoft.com/office/drawing/2014/main" id="{D4B855C6-F071-1944-DEE6-D310FBA3166E}"/>
                    </a:ext>
                  </a:extLst>
                </p:cNvPr>
                <p:cNvSpPr/>
                <p:nvPr/>
              </p:nvSpPr>
              <p:spPr>
                <a:xfrm rot="2700000">
                  <a:off x="2577832" y="2914448"/>
                  <a:ext cx="92333" cy="97730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grpSp>
              <p:nvGrpSpPr>
                <p:cNvPr id="173" name="Group 172">
                  <a:extLst>
                    <a:ext uri="{FF2B5EF4-FFF2-40B4-BE49-F238E27FC236}">
                      <a16:creationId xmlns:a16="http://schemas.microsoft.com/office/drawing/2014/main" id="{59DAEDCA-1FBB-0331-FD8F-F7BD7DF1DD10}"/>
                    </a:ext>
                  </a:extLst>
                </p:cNvPr>
                <p:cNvGrpSpPr/>
                <p:nvPr/>
              </p:nvGrpSpPr>
              <p:grpSpPr>
                <a:xfrm flipH="1">
                  <a:off x="157951" y="2805195"/>
                  <a:ext cx="2466047" cy="317425"/>
                  <a:chOff x="-5365861" y="2640827"/>
                  <a:chExt cx="4323433" cy="738980"/>
                </a:xfrm>
                <a:solidFill>
                  <a:schemeClr val="accent6">
                    <a:lumMod val="50000"/>
                  </a:schemeClr>
                </a:solidFill>
              </p:grpSpPr>
              <p:sp>
                <p:nvSpPr>
                  <p:cNvPr id="174" name="Rectangle 173">
                    <a:extLst>
                      <a:ext uri="{FF2B5EF4-FFF2-40B4-BE49-F238E27FC236}">
                        <a16:creationId xmlns:a16="http://schemas.microsoft.com/office/drawing/2014/main" id="{8DCB953F-32A8-7829-658B-9024C73FA7D3}"/>
                      </a:ext>
                    </a:extLst>
                  </p:cNvPr>
                  <p:cNvSpPr/>
                  <p:nvPr/>
                </p:nvSpPr>
                <p:spPr>
                  <a:xfrm>
                    <a:off x="-2284255" y="2640832"/>
                    <a:ext cx="1241827" cy="738975"/>
                  </a:xfrm>
                  <a:prstGeom prst="rect">
                    <a:avLst/>
                  </a:prstGeom>
                  <a:solidFill>
                    <a:schemeClr val="accent1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1"/>
                    <a:endParaRPr lang="en-GB" sz="14063" dirty="0"/>
                  </a:p>
                </p:txBody>
              </p:sp>
              <p:sp>
                <p:nvSpPr>
                  <p:cNvPr id="175" name="Hexagon 174">
                    <a:extLst>
                      <a:ext uri="{FF2B5EF4-FFF2-40B4-BE49-F238E27FC236}">
                        <a16:creationId xmlns:a16="http://schemas.microsoft.com/office/drawing/2014/main" id="{F95FFCB0-7D0F-89B1-F223-07B5E14F71C3}"/>
                      </a:ext>
                    </a:extLst>
                  </p:cNvPr>
                  <p:cNvSpPr/>
                  <p:nvPr/>
                </p:nvSpPr>
                <p:spPr>
                  <a:xfrm>
                    <a:off x="-2885227" y="2640827"/>
                    <a:ext cx="797865" cy="738978"/>
                  </a:xfrm>
                  <a:prstGeom prst="hexagon">
                    <a:avLst/>
                  </a:prstGeom>
                  <a:solidFill>
                    <a:schemeClr val="accent1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1"/>
                    <a:endParaRPr lang="en-GB" sz="1013" dirty="0"/>
                  </a:p>
                </p:txBody>
              </p:sp>
              <p:cxnSp>
                <p:nvCxnSpPr>
                  <p:cNvPr id="177" name="Straight Connector 176">
                    <a:extLst>
                      <a:ext uri="{FF2B5EF4-FFF2-40B4-BE49-F238E27FC236}">
                        <a16:creationId xmlns:a16="http://schemas.microsoft.com/office/drawing/2014/main" id="{7EA68A71-65CD-83C4-4A88-2ECB7DA3B6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-5365861" y="3008933"/>
                    <a:ext cx="2820489" cy="0"/>
                  </a:xfrm>
                  <a:prstGeom prst="line">
                    <a:avLst/>
                  </a:prstGeom>
                  <a:grpFill/>
                  <a:ln w="190500">
                    <a:solidFill>
                      <a:schemeClr val="accent1">
                        <a:lumMod val="50000"/>
                      </a:schemeClr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355DFC51-7ECE-D3CA-0F9F-12349323F96C}"/>
                  </a:ext>
                </a:extLst>
              </p:cNvPr>
              <p:cNvSpPr txBox="1"/>
              <p:nvPr/>
            </p:nvSpPr>
            <p:spPr>
              <a:xfrm>
                <a:off x="16464975" y="-2020061"/>
                <a:ext cx="8531026" cy="2934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ku-Arab-IQ" sz="10125" b="1" dirty="0">
                    <a:solidFill>
                      <a:schemeClr val="bg1"/>
                    </a:solidFill>
                  </a:rPr>
                  <a:t> ئەزموون</a:t>
                </a:r>
                <a:endParaRPr lang="en-US" sz="10125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6511D04B-6236-22D3-78BC-521DF9E7267A}"/>
                </a:ext>
              </a:extLst>
            </p:cNvPr>
            <p:cNvSpPr txBox="1"/>
            <p:nvPr/>
          </p:nvSpPr>
          <p:spPr>
            <a:xfrm>
              <a:off x="838199" y="18123551"/>
              <a:ext cx="23853000" cy="7550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/>
              <a:r>
                <a:rPr lang="ku-Arab-IQ" sz="6750" dirty="0">
                  <a:solidFill>
                    <a:schemeClr val="bg1"/>
                  </a:solidFill>
                </a:rPr>
                <a:t>١. </a:t>
              </a:r>
              <a:r>
                <a:rPr lang="ku-Arab-IQ" sz="6750" dirty="0"/>
                <a:t>دە ساڵ بەڕێوبەرایەتی لە دامەزراوەی</a:t>
              </a:r>
            </a:p>
            <a:p>
              <a:pPr algn="just" rtl="1"/>
              <a:r>
                <a:rPr lang="ku-Arab-IQ" sz="6750" dirty="0"/>
                <a:t>(ا ب ج)، ٢٠٠٥ – ٢٠١٥.</a:t>
              </a:r>
            </a:p>
            <a:p>
              <a:pPr algn="just" rtl="1"/>
              <a:r>
                <a:rPr lang="ku-Arab-IQ" sz="6750" dirty="0">
                  <a:solidFill>
                    <a:schemeClr val="bg1"/>
                  </a:solidFill>
                </a:rPr>
                <a:t>٢. </a:t>
              </a:r>
              <a:r>
                <a:rPr lang="ku-Arab-IQ" sz="6750" dirty="0"/>
                <a:t>پێنج ساڵ وانەبێژی لە زانکۆی</a:t>
              </a:r>
            </a:p>
            <a:p>
              <a:pPr algn="just" rtl="1"/>
              <a:r>
                <a:rPr lang="ku-Arab-IQ" sz="6750" dirty="0"/>
                <a:t>(ا ب ج)، ٢٠١٥ – ٢٠٢٠.</a:t>
              </a:r>
              <a:endParaRPr lang="en-US" sz="6750" dirty="0"/>
            </a:p>
          </p:txBody>
        </p:sp>
        <p:pic>
          <p:nvPicPr>
            <p:cNvPr id="185" name="Graphic 184" descr="Receiver">
              <a:extLst>
                <a:ext uri="{FF2B5EF4-FFF2-40B4-BE49-F238E27FC236}">
                  <a16:creationId xmlns:a16="http://schemas.microsoft.com/office/drawing/2014/main" id="{9F0550E8-8227-5A4C-218E-A990FB6437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12586448" y="-3991200"/>
              <a:ext cx="2880000" cy="2880000"/>
            </a:xfrm>
            <a:prstGeom prst="rect">
              <a:avLst/>
            </a:prstGeom>
          </p:spPr>
        </p:pic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F53DEAB6-9023-0D2C-9D4B-0BBD9FFF2E9D}"/>
                </a:ext>
              </a:extLst>
            </p:cNvPr>
            <p:cNvCxnSpPr>
              <a:cxnSpLocks/>
            </p:cNvCxnSpPr>
            <p:nvPr/>
          </p:nvCxnSpPr>
          <p:spPr>
            <a:xfrm>
              <a:off x="-11344805" y="-4786200"/>
              <a:ext cx="10800000" cy="0"/>
            </a:xfrm>
            <a:prstGeom prst="line">
              <a:avLst/>
            </a:prstGeom>
            <a:ln w="317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48C5A352-720A-0638-590C-CFBC807D014B}"/>
                </a:ext>
              </a:extLst>
            </p:cNvPr>
            <p:cNvSpPr txBox="1"/>
            <p:nvPr/>
          </p:nvSpPr>
          <p:spPr>
            <a:xfrm>
              <a:off x="-12804002" y="-8116533"/>
              <a:ext cx="13630492" cy="2934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ku-Arab-IQ" sz="10125" b="1" dirty="0">
                  <a:solidFill>
                    <a:schemeClr val="bg2">
                      <a:lumMod val="90000"/>
                    </a:schemeClr>
                  </a:solidFill>
                </a:rPr>
                <a:t>زانیاری کەسی</a:t>
              </a:r>
              <a:endParaRPr lang="en-US" sz="10125" b="1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87753AC0-F8E8-CC46-A513-A99395CBE31F}"/>
                    </a:ext>
                  </a:extLst>
                </p:cNvPr>
                <p:cNvSpPr txBox="1"/>
                <p:nvPr/>
              </p:nvSpPr>
              <p:spPr>
                <a:xfrm>
                  <a:off x="-10620192" y="-3992588"/>
                  <a:ext cx="11446684" cy="29341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ku-Arab-IQ" sz="8438" b="1" dirty="0">
                      <a:solidFill>
                        <a:schemeClr val="bg1"/>
                      </a:solidFill>
                    </a:rPr>
                    <a:t>٠٧</a:t>
                  </a:r>
                  <a:r>
                    <a:rPr lang="ku-Arab-IQ" sz="10125" b="1" dirty="0">
                      <a:solidFill>
                        <a:schemeClr val="bg1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ku-Arab-IQ" sz="495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×× ××× ×× ××</m:t>
                      </m:r>
                    </m:oMath>
                  </a14:m>
                  <a:endParaRPr lang="en-US" sz="10125" b="1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87753AC0-F8E8-CC46-A513-A99395CBE3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0620192" y="-3992588"/>
                  <a:ext cx="11446684" cy="2934137"/>
                </a:xfrm>
                <a:prstGeom prst="rect">
                  <a:avLst/>
                </a:prstGeom>
                <a:blipFill>
                  <a:blip r:embed="rId4"/>
                  <a:stretch>
                    <a:fillRect l="-10701" t="-20664" b="-431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04" name="Graphic 203" descr="Marker">
              <a:extLst>
                <a:ext uri="{FF2B5EF4-FFF2-40B4-BE49-F238E27FC236}">
                  <a16:creationId xmlns:a16="http://schemas.microsoft.com/office/drawing/2014/main" id="{FAC16BC3-56C6-B40F-1E26-CC94716605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12946448" y="-996697"/>
              <a:ext cx="3600000" cy="3600000"/>
            </a:xfrm>
            <a:prstGeom prst="rect">
              <a:avLst/>
            </a:prstGeom>
          </p:spPr>
        </p:pic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023AF051-9D17-F4A8-A993-D3D131BAE8C5}"/>
                </a:ext>
              </a:extLst>
            </p:cNvPr>
            <p:cNvSpPr txBox="1"/>
            <p:nvPr/>
          </p:nvSpPr>
          <p:spPr>
            <a:xfrm>
              <a:off x="-9884997" y="-675688"/>
              <a:ext cx="10322178" cy="37038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u-Arab-IQ" sz="6469" dirty="0">
                  <a:solidFill>
                    <a:schemeClr val="bg1"/>
                  </a:solidFill>
                </a:rPr>
                <a:t>شار/ پارێزگا/ کوردستان/ عێڕاق</a:t>
              </a:r>
              <a:endParaRPr lang="en-US" sz="6469" dirty="0">
                <a:solidFill>
                  <a:schemeClr val="bg1"/>
                </a:solidFill>
              </a:endParaRPr>
            </a:p>
          </p:txBody>
        </p: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100F7939-96E4-E301-E9C2-EB61E5F849E6}"/>
                </a:ext>
              </a:extLst>
            </p:cNvPr>
            <p:cNvGrpSpPr/>
            <p:nvPr/>
          </p:nvGrpSpPr>
          <p:grpSpPr>
            <a:xfrm>
              <a:off x="-12575401" y="3352238"/>
              <a:ext cx="3240000" cy="3240000"/>
              <a:chOff x="40538400" y="32689800"/>
              <a:chExt cx="3600000" cy="3600000"/>
            </a:xfrm>
          </p:grpSpPr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400D1CC5-B1D5-D579-E1DA-634C715B46A1}"/>
                  </a:ext>
                </a:extLst>
              </p:cNvPr>
              <p:cNvSpPr/>
              <p:nvPr/>
            </p:nvSpPr>
            <p:spPr>
              <a:xfrm>
                <a:off x="40538400" y="32689800"/>
                <a:ext cx="3600000" cy="360000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  <p:pic>
            <p:nvPicPr>
              <p:cNvPr id="213" name="Graphic 212" descr="User">
                <a:extLst>
                  <a:ext uri="{FF2B5EF4-FFF2-40B4-BE49-F238E27FC236}">
                    <a16:creationId xmlns:a16="http://schemas.microsoft.com/office/drawing/2014/main" id="{B686BB38-254A-31AE-C1F5-833A76ED6E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0898400" y="33049800"/>
                <a:ext cx="2880000" cy="2880000"/>
              </a:xfrm>
              <a:prstGeom prst="rect">
                <a:avLst/>
              </a:prstGeom>
            </p:spPr>
          </p:pic>
        </p:grp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9A117D8A-D866-49A4-AA77-2CC650AC02B7}"/>
                </a:ext>
              </a:extLst>
            </p:cNvPr>
            <p:cNvSpPr txBox="1"/>
            <p:nvPr/>
          </p:nvSpPr>
          <p:spPr>
            <a:xfrm>
              <a:off x="-9117847" y="3519715"/>
              <a:ext cx="9956048" cy="37038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469" dirty="0">
                  <a:solidFill>
                    <a:schemeClr val="bg1"/>
                  </a:solidFill>
                </a:rPr>
                <a:t>email@example.com</a:t>
              </a:r>
            </a:p>
          </p:txBody>
        </p:sp>
        <p:pic>
          <p:nvPicPr>
            <p:cNvPr id="221" name="Graphic 220" descr="Monthly calendar">
              <a:extLst>
                <a:ext uri="{FF2B5EF4-FFF2-40B4-BE49-F238E27FC236}">
                  <a16:creationId xmlns:a16="http://schemas.microsoft.com/office/drawing/2014/main" id="{E8220243-E560-7215-076A-A8183749C2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12717847" y="6858000"/>
              <a:ext cx="3600000" cy="3600000"/>
            </a:xfrm>
            <a:prstGeom prst="rect">
              <a:avLst/>
            </a:prstGeom>
          </p:spPr>
        </p:pic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B7FAA7B6-F12B-7B62-EA98-B745A2FBA47F}"/>
                </a:ext>
              </a:extLst>
            </p:cNvPr>
            <p:cNvSpPr txBox="1"/>
            <p:nvPr/>
          </p:nvSpPr>
          <p:spPr>
            <a:xfrm>
              <a:off x="-9735490" y="7846790"/>
              <a:ext cx="10322178" cy="19339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u-Arab-IQ" sz="6469" dirty="0">
                  <a:solidFill>
                    <a:schemeClr val="bg1"/>
                  </a:solidFill>
                </a:rPr>
                <a:t>ڕۆژ / ساڵ / مانگ</a:t>
              </a:r>
              <a:endParaRPr lang="en-US" sz="6469" dirty="0">
                <a:solidFill>
                  <a:schemeClr val="bg1"/>
                </a:solidFill>
              </a:endParaRPr>
            </a:p>
          </p:txBody>
        </p: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45829252-77C3-4F98-4CEE-369E16167252}"/>
                </a:ext>
              </a:extLst>
            </p:cNvPr>
            <p:cNvCxnSpPr>
              <a:cxnSpLocks/>
            </p:cNvCxnSpPr>
            <p:nvPr/>
          </p:nvCxnSpPr>
          <p:spPr>
            <a:xfrm>
              <a:off x="-11258651" y="13444045"/>
              <a:ext cx="10800000" cy="0"/>
            </a:xfrm>
            <a:prstGeom prst="line">
              <a:avLst/>
            </a:prstGeom>
            <a:ln w="317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1CE83C5B-9B97-6A31-1C28-51C01B977E8F}"/>
                </a:ext>
              </a:extLst>
            </p:cNvPr>
            <p:cNvSpPr txBox="1"/>
            <p:nvPr/>
          </p:nvSpPr>
          <p:spPr>
            <a:xfrm>
              <a:off x="-12717847" y="10113713"/>
              <a:ext cx="13630492" cy="2934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ku-Arab-IQ" sz="10125" b="1" dirty="0">
                  <a:solidFill>
                    <a:schemeClr val="bg2">
                      <a:lumMod val="90000"/>
                    </a:schemeClr>
                  </a:solidFill>
                </a:rPr>
                <a:t>شارەزایی</a:t>
              </a:r>
              <a:endParaRPr lang="en-US" sz="10125" b="1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12FCE9A9-2015-88E4-4C6B-84405113A0A1}"/>
                </a:ext>
              </a:extLst>
            </p:cNvPr>
            <p:cNvSpPr txBox="1"/>
            <p:nvPr/>
          </p:nvSpPr>
          <p:spPr>
            <a:xfrm>
              <a:off x="-12804002" y="13725732"/>
              <a:ext cx="13642201" cy="54736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469" b="1" dirty="0">
                  <a:solidFill>
                    <a:schemeClr val="bg2">
                      <a:lumMod val="90000"/>
                    </a:schemeClr>
                  </a:solidFill>
                </a:rPr>
                <a:t>Word:</a:t>
              </a:r>
              <a:r>
                <a:rPr lang="en-US" sz="6469" b="1" dirty="0">
                  <a:solidFill>
                    <a:schemeClr val="bg1"/>
                  </a:solidFill>
                </a:rPr>
                <a:t> </a:t>
              </a:r>
              <a:r>
                <a:rPr lang="en-US" sz="6469" dirty="0">
                  <a:solidFill>
                    <a:schemeClr val="bg1"/>
                  </a:solidFill>
                </a:rPr>
                <a:t>10/10</a:t>
              </a:r>
            </a:p>
            <a:p>
              <a:r>
                <a:rPr lang="en-US" sz="6469" b="1" dirty="0" err="1">
                  <a:solidFill>
                    <a:schemeClr val="bg2">
                      <a:lumMod val="90000"/>
                    </a:schemeClr>
                  </a:solidFill>
                </a:rPr>
                <a:t>Powerpoint</a:t>
              </a:r>
              <a:r>
                <a:rPr lang="en-US" sz="6469" b="1" dirty="0">
                  <a:solidFill>
                    <a:schemeClr val="bg2">
                      <a:lumMod val="90000"/>
                    </a:schemeClr>
                  </a:solidFill>
                </a:rPr>
                <a:t>:</a:t>
              </a:r>
              <a:r>
                <a:rPr lang="en-US" sz="6469" b="1" dirty="0">
                  <a:solidFill>
                    <a:schemeClr val="bg1"/>
                  </a:solidFill>
                </a:rPr>
                <a:t> </a:t>
              </a:r>
              <a:r>
                <a:rPr lang="en-US" sz="6469" dirty="0">
                  <a:solidFill>
                    <a:schemeClr val="bg1"/>
                  </a:solidFill>
                </a:rPr>
                <a:t>7/10</a:t>
              </a:r>
            </a:p>
            <a:p>
              <a:r>
                <a:rPr lang="en-US" sz="6469" b="1" dirty="0">
                  <a:solidFill>
                    <a:schemeClr val="bg2">
                      <a:lumMod val="90000"/>
                    </a:schemeClr>
                  </a:solidFill>
                </a:rPr>
                <a:t>Excel:</a:t>
              </a:r>
              <a:r>
                <a:rPr lang="en-US" sz="6469" b="1" dirty="0">
                  <a:solidFill>
                    <a:schemeClr val="bg1"/>
                  </a:solidFill>
                </a:rPr>
                <a:t> </a:t>
              </a:r>
              <a:r>
                <a:rPr lang="en-US" sz="6469" dirty="0">
                  <a:solidFill>
                    <a:schemeClr val="bg1"/>
                  </a:solidFill>
                </a:rPr>
                <a:t>8/10</a:t>
              </a:r>
              <a:endParaRPr lang="en-US" sz="6469" b="1" dirty="0">
                <a:solidFill>
                  <a:schemeClr val="bg1"/>
                </a:solidFill>
              </a:endParaRPr>
            </a:p>
          </p:txBody>
        </p: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9179D5CF-0C16-6083-CFCF-3B154C4ED4EF}"/>
                </a:ext>
              </a:extLst>
            </p:cNvPr>
            <p:cNvCxnSpPr>
              <a:cxnSpLocks/>
            </p:cNvCxnSpPr>
            <p:nvPr/>
          </p:nvCxnSpPr>
          <p:spPr>
            <a:xfrm>
              <a:off x="-11248698" y="22400668"/>
              <a:ext cx="10800000" cy="0"/>
            </a:xfrm>
            <a:prstGeom prst="line">
              <a:avLst/>
            </a:prstGeom>
            <a:ln w="317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E5E5C693-D402-F5C7-EFF0-443093F0AF02}"/>
                </a:ext>
              </a:extLst>
            </p:cNvPr>
            <p:cNvSpPr txBox="1"/>
            <p:nvPr/>
          </p:nvSpPr>
          <p:spPr>
            <a:xfrm>
              <a:off x="-12707893" y="19070337"/>
              <a:ext cx="13630492" cy="2934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ku-Arab-IQ" sz="10125" b="1" dirty="0">
                  <a:solidFill>
                    <a:schemeClr val="bg2">
                      <a:lumMod val="90000"/>
                    </a:schemeClr>
                  </a:solidFill>
                </a:rPr>
                <a:t>ئاستی زمان</a:t>
              </a:r>
              <a:endParaRPr lang="en-US" sz="10125" b="1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AE7C281B-CB04-2DD7-1C0C-A21EDBB2A01F}"/>
                </a:ext>
              </a:extLst>
            </p:cNvPr>
            <p:cNvSpPr txBox="1"/>
            <p:nvPr/>
          </p:nvSpPr>
          <p:spPr>
            <a:xfrm>
              <a:off x="-12794048" y="22682354"/>
              <a:ext cx="13642201" cy="54736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/>
              <a:r>
                <a:rPr lang="ku-Arab-IQ" sz="6469" b="1" dirty="0">
                  <a:solidFill>
                    <a:schemeClr val="bg2">
                      <a:lumMod val="90000"/>
                    </a:schemeClr>
                  </a:solidFill>
                </a:rPr>
                <a:t>کوردی: </a:t>
              </a:r>
              <a:r>
                <a:rPr lang="ku-Arab-IQ" sz="6469" dirty="0">
                  <a:solidFill>
                    <a:schemeClr val="bg1"/>
                  </a:solidFill>
                </a:rPr>
                <a:t>زمانی دایك</a:t>
              </a:r>
            </a:p>
            <a:p>
              <a:pPr algn="r" rtl="1"/>
              <a:r>
                <a:rPr lang="ku-Arab-IQ" sz="6469" b="1" dirty="0">
                  <a:solidFill>
                    <a:schemeClr val="bg2">
                      <a:lumMod val="90000"/>
                    </a:schemeClr>
                  </a:solidFill>
                </a:rPr>
                <a:t>عەرەبی: </a:t>
              </a:r>
              <a:r>
                <a:rPr lang="ku-Arab-IQ" sz="6469" dirty="0">
                  <a:solidFill>
                    <a:schemeClr val="bg1"/>
                  </a:solidFill>
                </a:rPr>
                <a:t>زۆر باش</a:t>
              </a:r>
            </a:p>
            <a:p>
              <a:pPr algn="r" rtl="1"/>
              <a:r>
                <a:rPr lang="ku-Arab-IQ" sz="6469" b="1" dirty="0">
                  <a:solidFill>
                    <a:schemeClr val="bg2">
                      <a:lumMod val="90000"/>
                    </a:schemeClr>
                  </a:solidFill>
                </a:rPr>
                <a:t>ئینگلیزی: </a:t>
              </a:r>
              <a:r>
                <a:rPr lang="ku-Arab-IQ" sz="6469" dirty="0">
                  <a:solidFill>
                    <a:schemeClr val="bg1"/>
                  </a:solidFill>
                </a:rPr>
                <a:t>باش</a:t>
              </a:r>
              <a:endParaRPr lang="en-US" sz="6469" dirty="0">
                <a:solidFill>
                  <a:schemeClr val="bg1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786EA97-9548-61CA-1862-B0268E69F211}"/>
                </a:ext>
              </a:extLst>
            </p:cNvPr>
            <p:cNvSpPr/>
            <p:nvPr/>
          </p:nvSpPr>
          <p:spPr>
            <a:xfrm rot="2700000">
              <a:off x="23481603" y="11807470"/>
              <a:ext cx="900000" cy="900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44A7487C-FB59-BE7B-C11F-04C2CF5E172F}"/>
                </a:ext>
              </a:extLst>
            </p:cNvPr>
            <p:cNvSpPr/>
            <p:nvPr/>
          </p:nvSpPr>
          <p:spPr>
            <a:xfrm rot="2700000">
              <a:off x="23481602" y="18589599"/>
              <a:ext cx="900000" cy="900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510EBE18-E187-876C-3471-CF14865CE7CA}"/>
                </a:ext>
              </a:extLst>
            </p:cNvPr>
            <p:cNvSpPr/>
            <p:nvPr/>
          </p:nvSpPr>
          <p:spPr>
            <a:xfrm rot="2700000">
              <a:off x="23481601" y="22363460"/>
              <a:ext cx="900000" cy="900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</p:spTree>
    <p:extLst>
      <p:ext uri="{BB962C8B-B14F-4D97-AF65-F5344CB8AC3E}">
        <p14:creationId xmlns:p14="http://schemas.microsoft.com/office/powerpoint/2010/main" val="3888661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58FAC-737B-2F9B-8891-7D6DA4BAF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21BEEC6-A28B-5CB5-8FCA-0590EC745987}"/>
              </a:ext>
            </a:extLst>
          </p:cNvPr>
          <p:cNvGrpSpPr/>
          <p:nvPr/>
        </p:nvGrpSpPr>
        <p:grpSpPr>
          <a:xfrm>
            <a:off x="-7242314" y="-9788711"/>
            <a:ext cx="21342628" cy="30129299"/>
            <a:chOff x="-12946448" y="-23301000"/>
            <a:chExt cx="37942449" cy="53563198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9230A5E7-FED8-EAD4-723E-52351BFBACBF}"/>
                </a:ext>
              </a:extLst>
            </p:cNvPr>
            <p:cNvSpPr/>
            <p:nvPr/>
          </p:nvSpPr>
          <p:spPr>
            <a:xfrm>
              <a:off x="-12804000" y="-23301000"/>
              <a:ext cx="37800000" cy="53460000"/>
            </a:xfrm>
            <a:prstGeom prst="rect">
              <a:avLst/>
            </a:prstGeom>
            <a:solidFill>
              <a:srgbClr val="9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8A5C587-6E6B-78A1-C800-DF167A729093}"/>
                </a:ext>
              </a:extLst>
            </p:cNvPr>
            <p:cNvGrpSpPr/>
            <p:nvPr/>
          </p:nvGrpSpPr>
          <p:grpSpPr>
            <a:xfrm flipH="1">
              <a:off x="914400" y="-21564600"/>
              <a:ext cx="24081600" cy="51826798"/>
              <a:chOff x="-12804000" y="-18745201"/>
              <a:chExt cx="19854778" cy="48904202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296A3A9C-7DE6-AF2E-F219-33288CBC3246}"/>
                  </a:ext>
                </a:extLst>
              </p:cNvPr>
              <p:cNvSpPr/>
              <p:nvPr/>
            </p:nvSpPr>
            <p:spPr>
              <a:xfrm>
                <a:off x="-12804000" y="-18745200"/>
                <a:ext cx="19854778" cy="48904201"/>
              </a:xfrm>
              <a:prstGeom prst="roundRect">
                <a:avLst>
                  <a:gd name="adj" fmla="val 850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13" dirty="0"/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61367B9B-1E46-26D3-3ED0-577D2AA7E020}"/>
                  </a:ext>
                </a:extLst>
              </p:cNvPr>
              <p:cNvSpPr/>
              <p:nvPr/>
            </p:nvSpPr>
            <p:spPr>
              <a:xfrm>
                <a:off x="-12804000" y="-18745201"/>
                <a:ext cx="8689200" cy="4890420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13" dirty="0"/>
              </a:p>
            </p:txBody>
          </p:sp>
        </p:grp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156FCFB-F379-F05B-496F-77A93938B891}"/>
                </a:ext>
              </a:extLst>
            </p:cNvPr>
            <p:cNvSpPr/>
            <p:nvPr/>
          </p:nvSpPr>
          <p:spPr>
            <a:xfrm flipH="1">
              <a:off x="914400" y="19964400"/>
              <a:ext cx="24081600" cy="101946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13" dirty="0"/>
            </a:p>
          </p:txBody>
        </p:sp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48ECA167-4679-B364-7C66-5CACBCFC7851}"/>
                </a:ext>
              </a:extLst>
            </p:cNvPr>
            <p:cNvSpPr/>
            <p:nvPr/>
          </p:nvSpPr>
          <p:spPr>
            <a:xfrm rot="5400000">
              <a:off x="9032400" y="-19588200"/>
              <a:ext cx="14760000" cy="13320000"/>
            </a:xfrm>
            <a:prstGeom prst="hexagon">
              <a:avLst/>
            </a:prstGeom>
            <a:solidFill>
              <a:srgbClr val="76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05C88D1-354B-834B-7B19-0950829E0E2F}"/>
                </a:ext>
              </a:extLst>
            </p:cNvPr>
            <p:cNvSpPr/>
            <p:nvPr/>
          </p:nvSpPr>
          <p:spPr>
            <a:xfrm rot="16200000" flipV="1">
              <a:off x="14175897" y="-12970197"/>
              <a:ext cx="4473000" cy="13319994"/>
            </a:xfrm>
            <a:custGeom>
              <a:avLst/>
              <a:gdLst>
                <a:gd name="csX0" fmla="*/ 0 w 4473000"/>
                <a:gd name="csY0" fmla="*/ 6659996 h 13319994"/>
                <a:gd name="csX1" fmla="*/ 3330000 w 4473000"/>
                <a:gd name="csY1" fmla="*/ 0 h 13319994"/>
                <a:gd name="csX2" fmla="*/ 4473000 w 4473000"/>
                <a:gd name="csY2" fmla="*/ 0 h 13319994"/>
                <a:gd name="csX3" fmla="*/ 1143000 w 4473000"/>
                <a:gd name="csY3" fmla="*/ 6659996 h 13319994"/>
                <a:gd name="csX4" fmla="*/ 4473000 w 4473000"/>
                <a:gd name="csY4" fmla="*/ 13319994 h 13319994"/>
                <a:gd name="csX5" fmla="*/ 3330000 w 4473000"/>
                <a:gd name="csY5" fmla="*/ 13319994 h 13319994"/>
                <a:gd name="csX6" fmla="*/ 0 w 4473000"/>
                <a:gd name="csY6" fmla="*/ 6659996 h 133199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473000" h="13319994">
                  <a:moveTo>
                    <a:pt x="0" y="6659996"/>
                  </a:moveTo>
                  <a:lnTo>
                    <a:pt x="3330000" y="0"/>
                  </a:lnTo>
                  <a:lnTo>
                    <a:pt x="4473000" y="0"/>
                  </a:lnTo>
                  <a:lnTo>
                    <a:pt x="1143000" y="6659996"/>
                  </a:lnTo>
                  <a:lnTo>
                    <a:pt x="4473000" y="13319994"/>
                  </a:lnTo>
                  <a:lnTo>
                    <a:pt x="3330000" y="13319994"/>
                  </a:lnTo>
                  <a:lnTo>
                    <a:pt x="0" y="6659996"/>
                  </a:lnTo>
                  <a:close/>
                </a:path>
              </a:pathLst>
            </a:custGeom>
            <a:solidFill>
              <a:srgbClr val="A8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8E6E523-0932-706D-A0FB-6D4AF69D3682}"/>
                </a:ext>
              </a:extLst>
            </p:cNvPr>
            <p:cNvSpPr/>
            <p:nvPr/>
          </p:nvSpPr>
          <p:spPr>
            <a:xfrm>
              <a:off x="-12586448" y="-16865082"/>
              <a:ext cx="22160753" cy="7725564"/>
            </a:xfrm>
            <a:prstGeom prst="rect">
              <a:avLst/>
            </a:prstGeom>
            <a:solidFill>
              <a:schemeClr val="bg2"/>
            </a:solidFill>
            <a:ln w="381000">
              <a:solidFill>
                <a:srgbClr val="76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u-Arab-IQ" sz="14063" b="1" dirty="0">
                  <a:solidFill>
                    <a:srgbClr val="760000"/>
                  </a:solidFill>
                </a:rPr>
                <a:t>نـاو بـاوك بـاپیــر</a:t>
              </a:r>
              <a:endParaRPr lang="en-US" sz="14063" b="1" dirty="0">
                <a:solidFill>
                  <a:srgbClr val="760000"/>
                </a:solidFill>
              </a:endParaRPr>
            </a:p>
          </p:txBody>
        </p: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9308E0E5-EFF7-55B9-DC88-79527908AF11}"/>
                </a:ext>
              </a:extLst>
            </p:cNvPr>
            <p:cNvGrpSpPr/>
            <p:nvPr/>
          </p:nvGrpSpPr>
          <p:grpSpPr>
            <a:xfrm>
              <a:off x="1835987" y="-2130127"/>
              <a:ext cx="23160013" cy="3094045"/>
              <a:chOff x="1835987" y="-2130127"/>
              <a:chExt cx="23160013" cy="3094045"/>
            </a:xfrm>
            <a:solidFill>
              <a:srgbClr val="A80000"/>
            </a:solidFill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F02B8D2A-9DC0-0208-F4FD-DD93FB586729}"/>
                  </a:ext>
                </a:extLst>
              </p:cNvPr>
              <p:cNvGrpSpPr/>
              <p:nvPr/>
            </p:nvGrpSpPr>
            <p:grpSpPr>
              <a:xfrm flipH="1">
                <a:off x="1835987" y="-2130127"/>
                <a:ext cx="23160013" cy="3094045"/>
                <a:chOff x="157951" y="2805195"/>
                <a:chExt cx="2514913" cy="317425"/>
              </a:xfrm>
              <a:grpFill/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E2AE784A-F05B-320C-AEED-CAE2CC9888B4}"/>
                    </a:ext>
                  </a:extLst>
                </p:cNvPr>
                <p:cNvSpPr/>
                <p:nvPr/>
              </p:nvSpPr>
              <p:spPr>
                <a:xfrm rot="2700000">
                  <a:off x="2577832" y="2914448"/>
                  <a:ext cx="92333" cy="9773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7A46A114-EC02-E3D1-A2D5-A597E10F9578}"/>
                    </a:ext>
                  </a:extLst>
                </p:cNvPr>
                <p:cNvGrpSpPr/>
                <p:nvPr/>
              </p:nvGrpSpPr>
              <p:grpSpPr>
                <a:xfrm flipH="1">
                  <a:off x="157951" y="2805195"/>
                  <a:ext cx="2466047" cy="317425"/>
                  <a:chOff x="-5365861" y="2640827"/>
                  <a:chExt cx="4323433" cy="738980"/>
                </a:xfrm>
                <a:grpFill/>
              </p:grpSpPr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C9CF2D0E-517A-3145-2AC2-902913BAB285}"/>
                      </a:ext>
                    </a:extLst>
                  </p:cNvPr>
                  <p:cNvSpPr/>
                  <p:nvPr/>
                </p:nvSpPr>
                <p:spPr>
                  <a:xfrm>
                    <a:off x="-2666528" y="2640832"/>
                    <a:ext cx="1624100" cy="738975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1"/>
                    <a:endParaRPr lang="en-GB" sz="14063" dirty="0"/>
                  </a:p>
                </p:txBody>
              </p:sp>
              <p:sp>
                <p:nvSpPr>
                  <p:cNvPr id="50" name="Hexagon 49">
                    <a:extLst>
                      <a:ext uri="{FF2B5EF4-FFF2-40B4-BE49-F238E27FC236}">
                        <a16:creationId xmlns:a16="http://schemas.microsoft.com/office/drawing/2014/main" id="{18A8FABC-42C6-09FF-421F-B410DFCB3F54}"/>
                      </a:ext>
                    </a:extLst>
                  </p:cNvPr>
                  <p:cNvSpPr/>
                  <p:nvPr/>
                </p:nvSpPr>
                <p:spPr>
                  <a:xfrm>
                    <a:off x="-2885227" y="2640827"/>
                    <a:ext cx="797865" cy="738978"/>
                  </a:xfrm>
                  <a:prstGeom prst="hexagon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1"/>
                    <a:endParaRPr lang="en-GB" sz="1013" dirty="0"/>
                  </a:p>
                </p:txBody>
              </p: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24923AAA-DD8F-2218-F535-347B22CF16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-5365861" y="3008933"/>
                    <a:ext cx="2699333" cy="0"/>
                  </a:xfrm>
                  <a:prstGeom prst="line">
                    <a:avLst/>
                  </a:prstGeom>
                  <a:grpFill/>
                  <a:ln w="190500">
                    <a:solidFill>
                      <a:srgbClr val="A80000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AD4398CD-961E-E152-B4F5-BA68440288B0}"/>
                  </a:ext>
                </a:extLst>
              </p:cNvPr>
              <p:cNvSpPr txBox="1"/>
              <p:nvPr/>
            </p:nvSpPr>
            <p:spPr>
              <a:xfrm>
                <a:off x="16799453" y="-2020061"/>
                <a:ext cx="8196547" cy="2934137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pPr algn="r" rtl="1"/>
                <a:r>
                  <a:rPr lang="ku-Arab-IQ" sz="10125" b="1" dirty="0">
                    <a:solidFill>
                      <a:schemeClr val="bg1"/>
                    </a:solidFill>
                  </a:rPr>
                  <a:t> کەسایەتی</a:t>
                </a:r>
                <a:endParaRPr lang="en-US" sz="10125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F44381BA-E5E9-934F-320F-A0CA7AB04BD4}"/>
                </a:ext>
              </a:extLst>
            </p:cNvPr>
            <p:cNvGrpSpPr/>
            <p:nvPr/>
          </p:nvGrpSpPr>
          <p:grpSpPr>
            <a:xfrm>
              <a:off x="1835987" y="8161429"/>
              <a:ext cx="23160013" cy="3094045"/>
              <a:chOff x="1835987" y="-2130127"/>
              <a:chExt cx="23160013" cy="3094045"/>
            </a:xfrm>
            <a:solidFill>
              <a:srgbClr val="A80000"/>
            </a:solidFill>
          </p:grpSpPr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DE32B86C-5968-3AC7-3902-D3C941A19063}"/>
                  </a:ext>
                </a:extLst>
              </p:cNvPr>
              <p:cNvGrpSpPr/>
              <p:nvPr/>
            </p:nvGrpSpPr>
            <p:grpSpPr>
              <a:xfrm flipH="1">
                <a:off x="1835987" y="-2130127"/>
                <a:ext cx="23160013" cy="3094045"/>
                <a:chOff x="157951" y="2805195"/>
                <a:chExt cx="2514913" cy="317425"/>
              </a:xfrm>
              <a:grpFill/>
            </p:grpSpPr>
            <p:sp>
              <p:nvSpPr>
                <p:cNvPr id="161" name="Rectangle 160">
                  <a:extLst>
                    <a:ext uri="{FF2B5EF4-FFF2-40B4-BE49-F238E27FC236}">
                      <a16:creationId xmlns:a16="http://schemas.microsoft.com/office/drawing/2014/main" id="{1B9F05AA-8892-3427-F1D8-72AC863695FC}"/>
                    </a:ext>
                  </a:extLst>
                </p:cNvPr>
                <p:cNvSpPr/>
                <p:nvPr/>
              </p:nvSpPr>
              <p:spPr>
                <a:xfrm rot="2700000">
                  <a:off x="2577832" y="2914448"/>
                  <a:ext cx="92333" cy="9773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grpSp>
              <p:nvGrpSpPr>
                <p:cNvPr id="162" name="Group 161">
                  <a:extLst>
                    <a:ext uri="{FF2B5EF4-FFF2-40B4-BE49-F238E27FC236}">
                      <a16:creationId xmlns:a16="http://schemas.microsoft.com/office/drawing/2014/main" id="{5B6E7B25-E9BC-A096-47A5-02DE9F819A0D}"/>
                    </a:ext>
                  </a:extLst>
                </p:cNvPr>
                <p:cNvGrpSpPr/>
                <p:nvPr/>
              </p:nvGrpSpPr>
              <p:grpSpPr>
                <a:xfrm flipH="1">
                  <a:off x="157951" y="2805195"/>
                  <a:ext cx="2466047" cy="317425"/>
                  <a:chOff x="-5365861" y="2640827"/>
                  <a:chExt cx="4323433" cy="738980"/>
                </a:xfrm>
                <a:grpFill/>
              </p:grpSpPr>
              <p:sp>
                <p:nvSpPr>
                  <p:cNvPr id="163" name="Rectangle 162">
                    <a:extLst>
                      <a:ext uri="{FF2B5EF4-FFF2-40B4-BE49-F238E27FC236}">
                        <a16:creationId xmlns:a16="http://schemas.microsoft.com/office/drawing/2014/main" id="{10FEC613-99D8-4E77-4E72-99473F0A73F2}"/>
                      </a:ext>
                    </a:extLst>
                  </p:cNvPr>
                  <p:cNvSpPr/>
                  <p:nvPr/>
                </p:nvSpPr>
                <p:spPr>
                  <a:xfrm>
                    <a:off x="-2284255" y="2640832"/>
                    <a:ext cx="1241827" cy="738975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1"/>
                    <a:endParaRPr lang="en-GB" sz="14063" dirty="0"/>
                  </a:p>
                </p:txBody>
              </p:sp>
              <p:sp>
                <p:nvSpPr>
                  <p:cNvPr id="164" name="Hexagon 163">
                    <a:extLst>
                      <a:ext uri="{FF2B5EF4-FFF2-40B4-BE49-F238E27FC236}">
                        <a16:creationId xmlns:a16="http://schemas.microsoft.com/office/drawing/2014/main" id="{CA5398CD-A4EF-041A-9A54-3471F247A608}"/>
                      </a:ext>
                    </a:extLst>
                  </p:cNvPr>
                  <p:cNvSpPr/>
                  <p:nvPr/>
                </p:nvSpPr>
                <p:spPr>
                  <a:xfrm>
                    <a:off x="-2666528" y="2640827"/>
                    <a:ext cx="579166" cy="738978"/>
                  </a:xfrm>
                  <a:prstGeom prst="hexagon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1"/>
                    <a:endParaRPr lang="en-GB" sz="1013" dirty="0"/>
                  </a:p>
                </p:txBody>
              </p:sp>
              <p:cxnSp>
                <p:nvCxnSpPr>
                  <p:cNvPr id="165" name="Straight Connector 164">
                    <a:extLst>
                      <a:ext uri="{FF2B5EF4-FFF2-40B4-BE49-F238E27FC236}">
                        <a16:creationId xmlns:a16="http://schemas.microsoft.com/office/drawing/2014/main" id="{04D1C6EA-881F-8669-3C66-ADC0B6019F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-5365861" y="3008933"/>
                    <a:ext cx="2820489" cy="0"/>
                  </a:xfrm>
                  <a:prstGeom prst="line">
                    <a:avLst/>
                  </a:prstGeom>
                  <a:grpFill/>
                  <a:ln w="190500">
                    <a:solidFill>
                      <a:srgbClr val="A80000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58E2391F-948F-A068-98ED-4157A93A2224}"/>
                  </a:ext>
                </a:extLst>
              </p:cNvPr>
              <p:cNvSpPr txBox="1"/>
              <p:nvPr/>
            </p:nvSpPr>
            <p:spPr>
              <a:xfrm>
                <a:off x="17776930" y="-2020061"/>
                <a:ext cx="7219070" cy="2934137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pPr algn="r" rtl="1"/>
                <a:r>
                  <a:rPr lang="ku-Arab-IQ" sz="10125" b="1" dirty="0">
                    <a:solidFill>
                      <a:schemeClr val="bg1"/>
                    </a:solidFill>
                  </a:rPr>
                  <a:t> بڕوانامە</a:t>
                </a:r>
                <a:endParaRPr lang="en-US" sz="10125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1B22B371-CC83-24C5-F588-4BF57113F5B4}"/>
                </a:ext>
              </a:extLst>
            </p:cNvPr>
            <p:cNvSpPr txBox="1"/>
            <p:nvPr/>
          </p:nvSpPr>
          <p:spPr>
            <a:xfrm>
              <a:off x="914400" y="952307"/>
              <a:ext cx="23776800" cy="7550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/>
              <a:r>
                <a:rPr lang="ku-Arab-IQ" sz="6750" dirty="0"/>
                <a:t>من شارەزایی تەواوم لە بەڕێوبەرایەتی هەیە. دەتوانم لە کاتی هەبوونی فشاردا پلانی خێرا دانێم بۆ ڕووبەڕووبوونەوەی. توانای قسەکردنێکی باشم هەیە و ئەدای وتاردانم بەرزە.</a:t>
              </a:r>
              <a:endParaRPr lang="en-US" sz="6750" dirty="0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13F8C13E-07F1-FB88-F63D-ACE6DD322F6C}"/>
                </a:ext>
              </a:extLst>
            </p:cNvPr>
            <p:cNvSpPr txBox="1"/>
            <p:nvPr/>
          </p:nvSpPr>
          <p:spPr>
            <a:xfrm>
              <a:off x="914400" y="11255466"/>
              <a:ext cx="23853000" cy="3857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/>
              <a:r>
                <a:rPr lang="ku-Arab-IQ" sz="6750" dirty="0">
                  <a:solidFill>
                    <a:schemeClr val="bg1"/>
                  </a:solidFill>
                </a:rPr>
                <a:t>١. </a:t>
              </a:r>
              <a:r>
                <a:rPr lang="ku-Arab-IQ" sz="6750" dirty="0"/>
                <a:t>بڕوانامەی بەکالۆریۆس لە ئەندازیاری شارستانی، ٢٠٠٢ – ٢٠٠٣.</a:t>
              </a:r>
              <a:endParaRPr lang="en-US" sz="6750" dirty="0"/>
            </a:p>
          </p:txBody>
        </p: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BADAE050-7F9A-7682-5F0B-0B8014DC38F9}"/>
                </a:ext>
              </a:extLst>
            </p:cNvPr>
            <p:cNvGrpSpPr/>
            <p:nvPr/>
          </p:nvGrpSpPr>
          <p:grpSpPr>
            <a:xfrm>
              <a:off x="1835987" y="15041117"/>
              <a:ext cx="23160014" cy="3094045"/>
              <a:chOff x="1835987" y="-2130127"/>
              <a:chExt cx="23160014" cy="3094045"/>
            </a:xfrm>
            <a:solidFill>
              <a:srgbClr val="A80000"/>
            </a:solidFill>
          </p:grpSpPr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E0BA2073-F58A-C286-13E6-49A860A76726}"/>
                  </a:ext>
                </a:extLst>
              </p:cNvPr>
              <p:cNvGrpSpPr/>
              <p:nvPr/>
            </p:nvGrpSpPr>
            <p:grpSpPr>
              <a:xfrm flipH="1">
                <a:off x="1835987" y="-2130127"/>
                <a:ext cx="23160013" cy="3094045"/>
                <a:chOff x="157951" y="2805195"/>
                <a:chExt cx="2514913" cy="317425"/>
              </a:xfrm>
              <a:grpFill/>
            </p:grpSpPr>
            <p:sp>
              <p:nvSpPr>
                <p:cNvPr id="172" name="Rectangle 171">
                  <a:extLst>
                    <a:ext uri="{FF2B5EF4-FFF2-40B4-BE49-F238E27FC236}">
                      <a16:creationId xmlns:a16="http://schemas.microsoft.com/office/drawing/2014/main" id="{5CE8BBE8-D9F7-4B9C-CFF0-3F901D4D7E00}"/>
                    </a:ext>
                  </a:extLst>
                </p:cNvPr>
                <p:cNvSpPr/>
                <p:nvPr/>
              </p:nvSpPr>
              <p:spPr>
                <a:xfrm rot="2700000">
                  <a:off x="2577832" y="2914448"/>
                  <a:ext cx="92333" cy="9773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grpSp>
              <p:nvGrpSpPr>
                <p:cNvPr id="173" name="Group 172">
                  <a:extLst>
                    <a:ext uri="{FF2B5EF4-FFF2-40B4-BE49-F238E27FC236}">
                      <a16:creationId xmlns:a16="http://schemas.microsoft.com/office/drawing/2014/main" id="{B4F987FF-ED80-ACEF-3A96-BA2740013E72}"/>
                    </a:ext>
                  </a:extLst>
                </p:cNvPr>
                <p:cNvGrpSpPr/>
                <p:nvPr/>
              </p:nvGrpSpPr>
              <p:grpSpPr>
                <a:xfrm flipH="1">
                  <a:off x="157951" y="2805195"/>
                  <a:ext cx="2466047" cy="317425"/>
                  <a:chOff x="-5365861" y="2640827"/>
                  <a:chExt cx="4323433" cy="738980"/>
                </a:xfrm>
                <a:grpFill/>
              </p:grpSpPr>
              <p:sp>
                <p:nvSpPr>
                  <p:cNvPr id="174" name="Rectangle 173">
                    <a:extLst>
                      <a:ext uri="{FF2B5EF4-FFF2-40B4-BE49-F238E27FC236}">
                        <a16:creationId xmlns:a16="http://schemas.microsoft.com/office/drawing/2014/main" id="{3F26F741-AB08-B5D9-D448-E960AD77F55A}"/>
                      </a:ext>
                    </a:extLst>
                  </p:cNvPr>
                  <p:cNvSpPr/>
                  <p:nvPr/>
                </p:nvSpPr>
                <p:spPr>
                  <a:xfrm>
                    <a:off x="-2284255" y="2640832"/>
                    <a:ext cx="1241827" cy="738975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1"/>
                    <a:endParaRPr lang="en-GB" sz="14063" dirty="0"/>
                  </a:p>
                </p:txBody>
              </p:sp>
              <p:sp>
                <p:nvSpPr>
                  <p:cNvPr id="175" name="Hexagon 174">
                    <a:extLst>
                      <a:ext uri="{FF2B5EF4-FFF2-40B4-BE49-F238E27FC236}">
                        <a16:creationId xmlns:a16="http://schemas.microsoft.com/office/drawing/2014/main" id="{4D12E69B-13A9-8074-66E5-FD63245B2E55}"/>
                      </a:ext>
                    </a:extLst>
                  </p:cNvPr>
                  <p:cNvSpPr/>
                  <p:nvPr/>
                </p:nvSpPr>
                <p:spPr>
                  <a:xfrm>
                    <a:off x="-2885227" y="2640827"/>
                    <a:ext cx="797865" cy="738978"/>
                  </a:xfrm>
                  <a:prstGeom prst="hexagon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1"/>
                    <a:endParaRPr lang="en-GB" sz="1013" dirty="0"/>
                  </a:p>
                </p:txBody>
              </p:sp>
              <p:cxnSp>
                <p:nvCxnSpPr>
                  <p:cNvPr id="177" name="Straight Connector 176">
                    <a:extLst>
                      <a:ext uri="{FF2B5EF4-FFF2-40B4-BE49-F238E27FC236}">
                        <a16:creationId xmlns:a16="http://schemas.microsoft.com/office/drawing/2014/main" id="{2380A9A4-3E25-76D5-2B92-D7392991784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-5365861" y="3008933"/>
                    <a:ext cx="2820489" cy="0"/>
                  </a:xfrm>
                  <a:prstGeom prst="line">
                    <a:avLst/>
                  </a:prstGeom>
                  <a:grpFill/>
                  <a:ln w="190500">
                    <a:solidFill>
                      <a:srgbClr val="A80000"/>
                    </a:solidFill>
                  </a:ln>
                </p:spPr>
                <p:style>
                  <a:lnRef idx="3">
                    <a:schemeClr val="accent1"/>
                  </a:lnRef>
                  <a:fillRef idx="0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CBA2FB6A-5FFD-6AD2-6B28-044657622D44}"/>
                  </a:ext>
                </a:extLst>
              </p:cNvPr>
              <p:cNvSpPr txBox="1"/>
              <p:nvPr/>
            </p:nvSpPr>
            <p:spPr>
              <a:xfrm>
                <a:off x="16464975" y="-2020061"/>
                <a:ext cx="8531026" cy="293413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ku-Arab-IQ" sz="10125" b="1" dirty="0">
                    <a:solidFill>
                      <a:schemeClr val="bg1"/>
                    </a:solidFill>
                  </a:rPr>
                  <a:t> ئەزموون</a:t>
                </a:r>
                <a:endParaRPr lang="en-US" sz="10125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B91B1E82-5AEB-755F-9AE8-1391ADA015CE}"/>
                </a:ext>
              </a:extLst>
            </p:cNvPr>
            <p:cNvSpPr txBox="1"/>
            <p:nvPr/>
          </p:nvSpPr>
          <p:spPr>
            <a:xfrm>
              <a:off x="838199" y="18123551"/>
              <a:ext cx="23853000" cy="7550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/>
              <a:r>
                <a:rPr lang="ku-Arab-IQ" sz="6750" dirty="0">
                  <a:solidFill>
                    <a:schemeClr val="bg1"/>
                  </a:solidFill>
                </a:rPr>
                <a:t>١. </a:t>
              </a:r>
              <a:r>
                <a:rPr lang="ku-Arab-IQ" sz="6750" dirty="0"/>
                <a:t>دە ساڵ بەڕێوبەرایەتی لە دامەزراوەی</a:t>
              </a:r>
            </a:p>
            <a:p>
              <a:pPr algn="just" rtl="1"/>
              <a:r>
                <a:rPr lang="ku-Arab-IQ" sz="6750" dirty="0"/>
                <a:t>(ا ب ج)، ٢٠٠٥ – ٢٠١٥.</a:t>
              </a:r>
            </a:p>
            <a:p>
              <a:pPr algn="just" rtl="1"/>
              <a:r>
                <a:rPr lang="ku-Arab-IQ" sz="6750" dirty="0">
                  <a:solidFill>
                    <a:schemeClr val="bg1"/>
                  </a:solidFill>
                </a:rPr>
                <a:t>٢. </a:t>
              </a:r>
              <a:r>
                <a:rPr lang="ku-Arab-IQ" sz="6750" dirty="0"/>
                <a:t>پێنج ساڵ وانەبێژی لە زانکۆی</a:t>
              </a:r>
            </a:p>
            <a:p>
              <a:pPr algn="just" rtl="1"/>
              <a:r>
                <a:rPr lang="ku-Arab-IQ" sz="6750" dirty="0"/>
                <a:t>(ا ب ج)، ٢٠١٥ – ٢٠٢٠.</a:t>
              </a:r>
              <a:endParaRPr lang="en-US" sz="6750" dirty="0"/>
            </a:p>
          </p:txBody>
        </p:sp>
        <p:pic>
          <p:nvPicPr>
            <p:cNvPr id="185" name="Graphic 184" descr="Receiver">
              <a:extLst>
                <a:ext uri="{FF2B5EF4-FFF2-40B4-BE49-F238E27FC236}">
                  <a16:creationId xmlns:a16="http://schemas.microsoft.com/office/drawing/2014/main" id="{4F48A3BC-5DE5-96FF-339F-2786DC27FE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-12586448" y="-3991200"/>
              <a:ext cx="2880000" cy="2880000"/>
            </a:xfrm>
            <a:prstGeom prst="rect">
              <a:avLst/>
            </a:prstGeom>
          </p:spPr>
        </p:pic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6B9180F5-0F17-239D-CB48-1EEB4EE5DCA4}"/>
                </a:ext>
              </a:extLst>
            </p:cNvPr>
            <p:cNvCxnSpPr>
              <a:cxnSpLocks/>
            </p:cNvCxnSpPr>
            <p:nvPr/>
          </p:nvCxnSpPr>
          <p:spPr>
            <a:xfrm>
              <a:off x="-11344805" y="-4786200"/>
              <a:ext cx="10800000" cy="0"/>
            </a:xfrm>
            <a:prstGeom prst="line">
              <a:avLst/>
            </a:prstGeom>
            <a:ln w="317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42457EF-6F5A-C745-BC3D-DB20E2391713}"/>
                </a:ext>
              </a:extLst>
            </p:cNvPr>
            <p:cNvSpPr txBox="1"/>
            <p:nvPr/>
          </p:nvSpPr>
          <p:spPr>
            <a:xfrm>
              <a:off x="-12804002" y="-8116533"/>
              <a:ext cx="13630492" cy="2934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ku-Arab-IQ" sz="10125" b="1" dirty="0">
                  <a:solidFill>
                    <a:schemeClr val="bg2">
                      <a:lumMod val="90000"/>
                    </a:schemeClr>
                  </a:solidFill>
                </a:rPr>
                <a:t>زانیاری کەسی</a:t>
              </a:r>
              <a:endParaRPr lang="en-US" sz="10125" b="1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57576E19-CA4A-8394-E135-BF4B43199F5E}"/>
                    </a:ext>
                  </a:extLst>
                </p:cNvPr>
                <p:cNvSpPr txBox="1"/>
                <p:nvPr/>
              </p:nvSpPr>
              <p:spPr>
                <a:xfrm>
                  <a:off x="-10620192" y="-3992588"/>
                  <a:ext cx="11446684" cy="29341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ku-Arab-IQ" sz="8438" b="1" dirty="0">
                      <a:solidFill>
                        <a:schemeClr val="bg1"/>
                      </a:solidFill>
                    </a:rPr>
                    <a:t>٠٧</a:t>
                  </a:r>
                  <a:r>
                    <a:rPr lang="ku-Arab-IQ" sz="10125" b="1" dirty="0">
                      <a:solidFill>
                        <a:schemeClr val="bg1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ku-Arab-IQ" sz="495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×× ××× ×× ××</m:t>
                      </m:r>
                    </m:oMath>
                  </a14:m>
                  <a:endParaRPr lang="en-US" sz="10125" b="1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57576E19-CA4A-8394-E135-BF4B43199F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0620192" y="-3992588"/>
                  <a:ext cx="11446684" cy="2934137"/>
                </a:xfrm>
                <a:prstGeom prst="rect">
                  <a:avLst/>
                </a:prstGeom>
                <a:blipFill>
                  <a:blip r:embed="rId3"/>
                  <a:stretch>
                    <a:fillRect l="-10701" t="-20664" b="-428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04" name="Graphic 203" descr="Marker">
              <a:extLst>
                <a:ext uri="{FF2B5EF4-FFF2-40B4-BE49-F238E27FC236}">
                  <a16:creationId xmlns:a16="http://schemas.microsoft.com/office/drawing/2014/main" id="{5C238BF3-8AE8-C043-0CC4-AE60BD5AD8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12946448" y="-996697"/>
              <a:ext cx="3600000" cy="3600000"/>
            </a:xfrm>
            <a:prstGeom prst="rect">
              <a:avLst/>
            </a:prstGeom>
          </p:spPr>
        </p:pic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37F8A866-D4D9-B260-15EA-69795BBCA979}"/>
                </a:ext>
              </a:extLst>
            </p:cNvPr>
            <p:cNvSpPr txBox="1"/>
            <p:nvPr/>
          </p:nvSpPr>
          <p:spPr>
            <a:xfrm>
              <a:off x="-9884997" y="-675688"/>
              <a:ext cx="10322178" cy="37038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u-Arab-IQ" sz="6469" dirty="0">
                  <a:solidFill>
                    <a:schemeClr val="bg1"/>
                  </a:solidFill>
                </a:rPr>
                <a:t>شار/ پارێزگا/ کوردستان/ عێڕاق</a:t>
              </a:r>
              <a:endParaRPr lang="en-US" sz="6469" dirty="0">
                <a:solidFill>
                  <a:schemeClr val="bg1"/>
                </a:solidFill>
              </a:endParaRPr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906264FF-AFDD-BFB0-2713-81A07D700B68}"/>
                </a:ext>
              </a:extLst>
            </p:cNvPr>
            <p:cNvSpPr/>
            <p:nvPr/>
          </p:nvSpPr>
          <p:spPr>
            <a:xfrm>
              <a:off x="-12575401" y="3352238"/>
              <a:ext cx="3240000" cy="3240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pic>
          <p:nvPicPr>
            <p:cNvPr id="213" name="Graphic 212" descr="User">
              <a:extLst>
                <a:ext uri="{FF2B5EF4-FFF2-40B4-BE49-F238E27FC236}">
                  <a16:creationId xmlns:a16="http://schemas.microsoft.com/office/drawing/2014/main" id="{84DE42E3-DB6C-8AC6-F90A-851FE14C23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12251401" y="3676238"/>
              <a:ext cx="2592000" cy="2592000"/>
            </a:xfrm>
            <a:prstGeom prst="rect">
              <a:avLst/>
            </a:prstGeom>
          </p:spPr>
        </p:pic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C22DE88C-244D-D780-F77E-B371AD35A129}"/>
                </a:ext>
              </a:extLst>
            </p:cNvPr>
            <p:cNvSpPr txBox="1"/>
            <p:nvPr/>
          </p:nvSpPr>
          <p:spPr>
            <a:xfrm>
              <a:off x="-9117847" y="3519715"/>
              <a:ext cx="9956048" cy="37038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469" dirty="0">
                  <a:solidFill>
                    <a:schemeClr val="bg1"/>
                  </a:solidFill>
                </a:rPr>
                <a:t>email@example.com</a:t>
              </a:r>
            </a:p>
          </p:txBody>
        </p:sp>
        <p:pic>
          <p:nvPicPr>
            <p:cNvPr id="221" name="Graphic 220" descr="Monthly calendar">
              <a:extLst>
                <a:ext uri="{FF2B5EF4-FFF2-40B4-BE49-F238E27FC236}">
                  <a16:creationId xmlns:a16="http://schemas.microsoft.com/office/drawing/2014/main" id="{55529F3C-A1DA-4F01-E257-7F26096274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12717847" y="6858000"/>
              <a:ext cx="3600000" cy="3600000"/>
            </a:xfrm>
            <a:prstGeom prst="rect">
              <a:avLst/>
            </a:prstGeom>
          </p:spPr>
        </p:pic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85335464-558F-935B-8DDE-8CC6E8FB620C}"/>
                </a:ext>
              </a:extLst>
            </p:cNvPr>
            <p:cNvSpPr txBox="1"/>
            <p:nvPr/>
          </p:nvSpPr>
          <p:spPr>
            <a:xfrm>
              <a:off x="-9735490" y="7846790"/>
              <a:ext cx="10322178" cy="19339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u-Arab-IQ" sz="6469" dirty="0">
                  <a:solidFill>
                    <a:schemeClr val="bg1"/>
                  </a:solidFill>
                </a:rPr>
                <a:t>ڕۆژ / ساڵ / مانگ</a:t>
              </a:r>
              <a:endParaRPr lang="en-US" sz="6469" dirty="0">
                <a:solidFill>
                  <a:schemeClr val="bg1"/>
                </a:solidFill>
              </a:endParaRPr>
            </a:p>
          </p:txBody>
        </p: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F55C24B0-179E-B7C0-3BF6-7830B44BF264}"/>
                </a:ext>
              </a:extLst>
            </p:cNvPr>
            <p:cNvCxnSpPr>
              <a:cxnSpLocks/>
            </p:cNvCxnSpPr>
            <p:nvPr/>
          </p:nvCxnSpPr>
          <p:spPr>
            <a:xfrm>
              <a:off x="-11258651" y="13444045"/>
              <a:ext cx="10800000" cy="0"/>
            </a:xfrm>
            <a:prstGeom prst="line">
              <a:avLst/>
            </a:prstGeom>
            <a:ln w="317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38B915A6-A3E8-BBAC-4F78-161237F48033}"/>
                </a:ext>
              </a:extLst>
            </p:cNvPr>
            <p:cNvSpPr txBox="1"/>
            <p:nvPr/>
          </p:nvSpPr>
          <p:spPr>
            <a:xfrm>
              <a:off x="-12717847" y="10113713"/>
              <a:ext cx="13630492" cy="2934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ku-Arab-IQ" sz="10125" b="1" dirty="0">
                  <a:solidFill>
                    <a:schemeClr val="bg2">
                      <a:lumMod val="90000"/>
                    </a:schemeClr>
                  </a:solidFill>
                </a:rPr>
                <a:t>شارەزایی</a:t>
              </a:r>
              <a:endParaRPr lang="en-US" sz="10125" b="1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29F4F27D-25B5-BE29-E5B8-162E8DE369EA}"/>
                </a:ext>
              </a:extLst>
            </p:cNvPr>
            <p:cNvSpPr txBox="1"/>
            <p:nvPr/>
          </p:nvSpPr>
          <p:spPr>
            <a:xfrm>
              <a:off x="-12804002" y="13725732"/>
              <a:ext cx="13642201" cy="54736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469" b="1" dirty="0">
                  <a:solidFill>
                    <a:schemeClr val="bg2">
                      <a:lumMod val="90000"/>
                    </a:schemeClr>
                  </a:solidFill>
                </a:rPr>
                <a:t>Word:</a:t>
              </a:r>
              <a:r>
                <a:rPr lang="en-US" sz="6469" b="1" dirty="0">
                  <a:solidFill>
                    <a:schemeClr val="bg1"/>
                  </a:solidFill>
                </a:rPr>
                <a:t> </a:t>
              </a:r>
              <a:r>
                <a:rPr lang="en-US" sz="6469" dirty="0">
                  <a:solidFill>
                    <a:schemeClr val="bg1"/>
                  </a:solidFill>
                </a:rPr>
                <a:t>10/10</a:t>
              </a:r>
            </a:p>
            <a:p>
              <a:r>
                <a:rPr lang="en-US" sz="6469" b="1" dirty="0" err="1">
                  <a:solidFill>
                    <a:schemeClr val="bg2">
                      <a:lumMod val="90000"/>
                    </a:schemeClr>
                  </a:solidFill>
                </a:rPr>
                <a:t>Powerpoint</a:t>
              </a:r>
              <a:r>
                <a:rPr lang="en-US" sz="6469" b="1" dirty="0">
                  <a:solidFill>
                    <a:schemeClr val="bg2">
                      <a:lumMod val="90000"/>
                    </a:schemeClr>
                  </a:solidFill>
                </a:rPr>
                <a:t>:</a:t>
              </a:r>
              <a:r>
                <a:rPr lang="en-US" sz="6469" b="1" dirty="0">
                  <a:solidFill>
                    <a:schemeClr val="bg1"/>
                  </a:solidFill>
                </a:rPr>
                <a:t> </a:t>
              </a:r>
              <a:r>
                <a:rPr lang="en-US" sz="6469" dirty="0">
                  <a:solidFill>
                    <a:schemeClr val="bg1"/>
                  </a:solidFill>
                </a:rPr>
                <a:t>7/10</a:t>
              </a:r>
            </a:p>
            <a:p>
              <a:r>
                <a:rPr lang="en-US" sz="6469" b="1" dirty="0">
                  <a:solidFill>
                    <a:schemeClr val="bg2">
                      <a:lumMod val="90000"/>
                    </a:schemeClr>
                  </a:solidFill>
                </a:rPr>
                <a:t>Excel:</a:t>
              </a:r>
              <a:r>
                <a:rPr lang="en-US" sz="6469" b="1" dirty="0">
                  <a:solidFill>
                    <a:schemeClr val="bg1"/>
                  </a:solidFill>
                </a:rPr>
                <a:t> </a:t>
              </a:r>
              <a:r>
                <a:rPr lang="en-US" sz="6469" dirty="0">
                  <a:solidFill>
                    <a:schemeClr val="bg1"/>
                  </a:solidFill>
                </a:rPr>
                <a:t>8/10</a:t>
              </a:r>
              <a:endParaRPr lang="en-US" sz="6469" b="1" dirty="0">
                <a:solidFill>
                  <a:schemeClr val="bg1"/>
                </a:solidFill>
              </a:endParaRPr>
            </a:p>
          </p:txBody>
        </p: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D45DB4CF-BEEF-30BA-F9C1-FFE95E5CB7F2}"/>
                </a:ext>
              </a:extLst>
            </p:cNvPr>
            <p:cNvCxnSpPr>
              <a:cxnSpLocks/>
            </p:cNvCxnSpPr>
            <p:nvPr/>
          </p:nvCxnSpPr>
          <p:spPr>
            <a:xfrm>
              <a:off x="-11248698" y="22400668"/>
              <a:ext cx="10800000" cy="0"/>
            </a:xfrm>
            <a:prstGeom prst="line">
              <a:avLst/>
            </a:prstGeom>
            <a:ln w="317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CD60C131-DD01-51FB-1C2F-5CD26D49CF80}"/>
                </a:ext>
              </a:extLst>
            </p:cNvPr>
            <p:cNvSpPr txBox="1"/>
            <p:nvPr/>
          </p:nvSpPr>
          <p:spPr>
            <a:xfrm>
              <a:off x="-12707893" y="19070337"/>
              <a:ext cx="13630492" cy="2934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ku-Arab-IQ" sz="10125" b="1" dirty="0">
                  <a:solidFill>
                    <a:schemeClr val="bg2">
                      <a:lumMod val="90000"/>
                    </a:schemeClr>
                  </a:solidFill>
                </a:rPr>
                <a:t>ئاستی زمان</a:t>
              </a:r>
              <a:endParaRPr lang="en-US" sz="10125" b="1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3230FC5A-5523-7799-7171-BED3FE921C5E}"/>
                </a:ext>
              </a:extLst>
            </p:cNvPr>
            <p:cNvSpPr txBox="1"/>
            <p:nvPr/>
          </p:nvSpPr>
          <p:spPr>
            <a:xfrm>
              <a:off x="-12794048" y="22682354"/>
              <a:ext cx="13642201" cy="54736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/>
              <a:r>
                <a:rPr lang="ku-Arab-IQ" sz="6469" b="1" dirty="0">
                  <a:solidFill>
                    <a:schemeClr val="bg2">
                      <a:lumMod val="90000"/>
                    </a:schemeClr>
                  </a:solidFill>
                </a:rPr>
                <a:t>کوردی: </a:t>
              </a:r>
              <a:r>
                <a:rPr lang="ku-Arab-IQ" sz="6469" dirty="0">
                  <a:solidFill>
                    <a:schemeClr val="bg1"/>
                  </a:solidFill>
                </a:rPr>
                <a:t>زمانی دایك</a:t>
              </a:r>
            </a:p>
            <a:p>
              <a:pPr algn="r" rtl="1"/>
              <a:r>
                <a:rPr lang="ku-Arab-IQ" sz="6469" b="1" dirty="0">
                  <a:solidFill>
                    <a:schemeClr val="bg2">
                      <a:lumMod val="90000"/>
                    </a:schemeClr>
                  </a:solidFill>
                </a:rPr>
                <a:t>عەرەبی: </a:t>
              </a:r>
              <a:r>
                <a:rPr lang="ku-Arab-IQ" sz="6469" dirty="0">
                  <a:solidFill>
                    <a:schemeClr val="bg1"/>
                  </a:solidFill>
                </a:rPr>
                <a:t>زۆر باش</a:t>
              </a:r>
            </a:p>
            <a:p>
              <a:pPr algn="r" rtl="1"/>
              <a:r>
                <a:rPr lang="ku-Arab-IQ" sz="6469" b="1" dirty="0">
                  <a:solidFill>
                    <a:schemeClr val="bg2">
                      <a:lumMod val="90000"/>
                    </a:schemeClr>
                  </a:solidFill>
                </a:rPr>
                <a:t>ئینگلیزی: </a:t>
              </a:r>
              <a:r>
                <a:rPr lang="ku-Arab-IQ" sz="6469" dirty="0">
                  <a:solidFill>
                    <a:schemeClr val="bg1"/>
                  </a:solidFill>
                </a:rPr>
                <a:t>باش</a:t>
              </a:r>
              <a:endParaRPr lang="en-US" sz="6469" dirty="0">
                <a:solidFill>
                  <a:schemeClr val="bg1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1AA758B-1EEA-3015-BC78-D51ACD88B2CA}"/>
                </a:ext>
              </a:extLst>
            </p:cNvPr>
            <p:cNvSpPr/>
            <p:nvPr/>
          </p:nvSpPr>
          <p:spPr>
            <a:xfrm rot="2700000">
              <a:off x="23481603" y="11807470"/>
              <a:ext cx="900000" cy="9000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C389CED1-07D5-A880-B013-4AB97764235B}"/>
                </a:ext>
              </a:extLst>
            </p:cNvPr>
            <p:cNvSpPr/>
            <p:nvPr/>
          </p:nvSpPr>
          <p:spPr>
            <a:xfrm rot="2700000">
              <a:off x="23481602" y="18589599"/>
              <a:ext cx="900000" cy="9000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79178608-55BA-1613-E361-BB3D43FED727}"/>
                </a:ext>
              </a:extLst>
            </p:cNvPr>
            <p:cNvSpPr/>
            <p:nvPr/>
          </p:nvSpPr>
          <p:spPr>
            <a:xfrm rot="2700000">
              <a:off x="23481601" y="22363460"/>
              <a:ext cx="900000" cy="9000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pic>
          <p:nvPicPr>
            <p:cNvPr id="13" name="Picture 12" descr="AI created Beautiful Professional girl">
              <a:extLst>
                <a:ext uri="{FF2B5EF4-FFF2-40B4-BE49-F238E27FC236}">
                  <a16:creationId xmlns:a16="http://schemas.microsoft.com/office/drawing/2014/main" id="{000EF98A-0606-A054-102F-785C72980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4817" t="9938" r="4817" b="33662"/>
            <a:stretch>
              <a:fillRect/>
            </a:stretch>
          </p:blipFill>
          <p:spPr>
            <a:xfrm>
              <a:off x="10509772" y="-19468951"/>
              <a:ext cx="11805250" cy="13081501"/>
            </a:xfrm>
            <a:custGeom>
              <a:avLst/>
              <a:gdLst>
                <a:gd name="csX0" fmla="*/ 5902626 w 11805250"/>
                <a:gd name="csY0" fmla="*/ 0 h 13081501"/>
                <a:gd name="csX1" fmla="*/ 11805250 w 11805250"/>
                <a:gd name="csY1" fmla="*/ 2951314 h 13081501"/>
                <a:gd name="csX2" fmla="*/ 11805250 w 11805250"/>
                <a:gd name="csY2" fmla="*/ 10130187 h 13081501"/>
                <a:gd name="csX3" fmla="*/ 5902626 w 11805250"/>
                <a:gd name="csY3" fmla="*/ 13081501 h 13081501"/>
                <a:gd name="csX4" fmla="*/ 0 w 11805250"/>
                <a:gd name="csY4" fmla="*/ 10130187 h 13081501"/>
                <a:gd name="csX5" fmla="*/ 0 w 11805250"/>
                <a:gd name="csY5" fmla="*/ 2951314 h 13081501"/>
                <a:gd name="csX6" fmla="*/ 5902626 w 11805250"/>
                <a:gd name="csY6" fmla="*/ 0 h 1308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805250" h="13081501">
                  <a:moveTo>
                    <a:pt x="5902626" y="0"/>
                  </a:moveTo>
                  <a:lnTo>
                    <a:pt x="11805250" y="2951314"/>
                  </a:lnTo>
                  <a:lnTo>
                    <a:pt x="11805250" y="10130187"/>
                  </a:lnTo>
                  <a:lnTo>
                    <a:pt x="5902626" y="13081501"/>
                  </a:lnTo>
                  <a:lnTo>
                    <a:pt x="0" y="10130187"/>
                  </a:lnTo>
                  <a:lnTo>
                    <a:pt x="0" y="2951314"/>
                  </a:lnTo>
                  <a:lnTo>
                    <a:pt x="5902626" y="0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4270449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FE937-A627-76E6-4D12-7494727BB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47">
            <a:extLst>
              <a:ext uri="{FF2B5EF4-FFF2-40B4-BE49-F238E27FC236}">
                <a16:creationId xmlns:a16="http://schemas.microsoft.com/office/drawing/2014/main" id="{E5FBEFE3-5C21-D976-2B22-36E6ECCD76C9}"/>
              </a:ext>
            </a:extLst>
          </p:cNvPr>
          <p:cNvSpPr/>
          <p:nvPr/>
        </p:nvSpPr>
        <p:spPr>
          <a:xfrm>
            <a:off x="-7202250" y="-10082625"/>
            <a:ext cx="21262500" cy="30071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18F7D3E8-05EA-2B84-382A-EE3A16B4DAFF}"/>
              </a:ext>
            </a:extLst>
          </p:cNvPr>
          <p:cNvSpPr/>
          <p:nvPr/>
        </p:nvSpPr>
        <p:spPr>
          <a:xfrm>
            <a:off x="-7202250" y="-4836787"/>
            <a:ext cx="11231325" cy="2326677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ku-Arab-IQ" sz="11250" b="1" dirty="0"/>
              <a:t>      کەسایەتی</a:t>
            </a:r>
            <a:endParaRPr lang="en-US" sz="11250" b="1" dirty="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037A8B9C-BBC6-9A87-F2FA-88D9BB16576F}"/>
              </a:ext>
            </a:extLst>
          </p:cNvPr>
          <p:cNvSpPr/>
          <p:nvPr/>
        </p:nvSpPr>
        <p:spPr>
          <a:xfrm>
            <a:off x="5786437" y="-10082626"/>
            <a:ext cx="8273813" cy="30071250"/>
          </a:xfrm>
          <a:prstGeom prst="rect">
            <a:avLst/>
          </a:prstGeom>
          <a:solidFill>
            <a:srgbClr val="F5DE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88798D7-9CA9-C49A-9F58-17AF16D07194}"/>
              </a:ext>
            </a:extLst>
          </p:cNvPr>
          <p:cNvSpPr/>
          <p:nvPr/>
        </p:nvSpPr>
        <p:spPr>
          <a:xfrm>
            <a:off x="-7202250" y="-10082626"/>
            <a:ext cx="13203000" cy="5011450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1880A0CD-58E0-67B5-C7FC-355A42D96AC4}"/>
              </a:ext>
            </a:extLst>
          </p:cNvPr>
          <p:cNvSpPr/>
          <p:nvPr/>
        </p:nvSpPr>
        <p:spPr>
          <a:xfrm>
            <a:off x="7758113" y="-5071176"/>
            <a:ext cx="6302138" cy="2765639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en-US" sz="11250" b="1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793F93E-CDC6-4E5A-E22B-8A8049BF84A7}"/>
              </a:ext>
            </a:extLst>
          </p:cNvPr>
          <p:cNvSpPr txBox="1"/>
          <p:nvPr/>
        </p:nvSpPr>
        <p:spPr>
          <a:xfrm>
            <a:off x="-6745039" y="-8684897"/>
            <a:ext cx="9717725" cy="22564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u-Arab-IQ" sz="14063" b="1" dirty="0">
                <a:solidFill>
                  <a:schemeClr val="bg1"/>
                </a:solidFill>
              </a:rPr>
              <a:t>نـاو بـاوك بـاپیـر</a:t>
            </a:r>
            <a:endParaRPr lang="en-US" sz="14063" b="1" dirty="0">
              <a:solidFill>
                <a:schemeClr val="bg1"/>
              </a:solidFill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E6807929-C523-B963-9966-A0874022B8D2}"/>
              </a:ext>
            </a:extLst>
          </p:cNvPr>
          <p:cNvSpPr txBox="1"/>
          <p:nvPr/>
        </p:nvSpPr>
        <p:spPr>
          <a:xfrm>
            <a:off x="-7202251" y="-2275721"/>
            <a:ext cx="12717197" cy="6584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ku-Arab-IQ" sz="7031" dirty="0"/>
              <a:t>      من شارەزاییم لە وانەوتنەوە و </a:t>
            </a:r>
            <a:r>
              <a:rPr lang="ku-Arab-IQ" sz="7031" dirty="0">
                <a:solidFill>
                  <a:schemeClr val="bg1"/>
                </a:solidFill>
              </a:rPr>
              <a:t>..</a:t>
            </a:r>
            <a:r>
              <a:rPr lang="ku-Arab-IQ" sz="7031" dirty="0"/>
              <a:t>تێگەیاندندا هەیە. هەمیشە چێژ لە بینینی فێرخوازەکانم وەردەگرم کاتێك بەرهەمی ماندووبوونەکانم نیشان دەدەنەوە. من کاتێك ئاسوودەدەبم کە دڵنیادەبمەوە لە جێ بە جێ کردنی ئەرکەکانم بەبێ هیچ کەم کووڕیەك</a:t>
            </a:r>
            <a:endParaRPr lang="en-US" sz="7031" dirty="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60516EE-A0BF-93D0-0445-B6A575EEB382}"/>
              </a:ext>
            </a:extLst>
          </p:cNvPr>
          <p:cNvSpPr/>
          <p:nvPr/>
        </p:nvSpPr>
        <p:spPr>
          <a:xfrm>
            <a:off x="-7202251" y="4313237"/>
            <a:ext cx="12988688" cy="2326677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ku-Arab-IQ" sz="11250" b="1" dirty="0"/>
              <a:t> بڕوانامە</a:t>
            </a:r>
            <a:endParaRPr lang="en-US" sz="11250" b="1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B3C0B01-D5E1-9D15-949C-1ADBFFCA3C56}"/>
              </a:ext>
            </a:extLst>
          </p:cNvPr>
          <p:cNvSpPr txBox="1"/>
          <p:nvPr/>
        </p:nvSpPr>
        <p:spPr>
          <a:xfrm>
            <a:off x="-7202251" y="6639914"/>
            <a:ext cx="12717197" cy="4420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ku-Arab-IQ" sz="7031" dirty="0"/>
              <a:t>١. بڕوانامەی بەکالۆریۆس لە پەروەردەی زمانی عەرەبی، ٢٠١٥-٢٠١٦.</a:t>
            </a:r>
          </a:p>
          <a:p>
            <a:pPr algn="just" rtl="1"/>
            <a:r>
              <a:rPr lang="ku-Arab-IQ" sz="7031" dirty="0"/>
              <a:t>٢. بڕوانامەی ئامادەبوون لە خولی ‘</a:t>
            </a:r>
            <a:r>
              <a:rPr lang="en-US" sz="7031" dirty="0">
                <a:latin typeface="Arial" panose="020B0604020202020204" pitchFamily="34" charset="0"/>
                <a:cs typeface="Arial" panose="020B0604020202020204" pitchFamily="34" charset="0"/>
              </a:rPr>
              <a:t>TOT</a:t>
            </a:r>
            <a:r>
              <a:rPr lang="ku-Arab-IQ" sz="7031" dirty="0"/>
              <a:t>’، ٢٠٢٠.</a:t>
            </a:r>
            <a:endParaRPr lang="en-US" sz="7031" dirty="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F3D6B67F-E06B-97B4-25E6-49C3BA1A96C2}"/>
              </a:ext>
            </a:extLst>
          </p:cNvPr>
          <p:cNvSpPr/>
          <p:nvPr/>
        </p:nvSpPr>
        <p:spPr>
          <a:xfrm>
            <a:off x="-7202251" y="10911944"/>
            <a:ext cx="12988688" cy="2326677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ku-Arab-IQ" sz="11250" b="1" dirty="0"/>
              <a:t> ئەزموون</a:t>
            </a:r>
            <a:endParaRPr lang="en-US" sz="11250" b="1" dirty="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BF248907-FF6E-3C14-7D18-923DA64764B8}"/>
              </a:ext>
            </a:extLst>
          </p:cNvPr>
          <p:cNvSpPr txBox="1"/>
          <p:nvPr/>
        </p:nvSpPr>
        <p:spPr>
          <a:xfrm>
            <a:off x="-7202251" y="13238621"/>
            <a:ext cx="12717197" cy="6584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ku-Arab-IQ" sz="7031" dirty="0"/>
              <a:t>١. سێ ساڵ مامۆستایەتی لە قوتابخانەی      (ا ب ج)ی حکومی،</a:t>
            </a:r>
          </a:p>
          <a:p>
            <a:pPr algn="just" rtl="1"/>
            <a:r>
              <a:rPr lang="ku-Arab-IQ" sz="7031" b="1" dirty="0"/>
              <a:t>٢٠٢١-٢٠٢٣.</a:t>
            </a:r>
          </a:p>
          <a:p>
            <a:pPr algn="just" rtl="1"/>
            <a:r>
              <a:rPr lang="ku-Arab-IQ" sz="7031" dirty="0"/>
              <a:t>٢. دوو ساڵ ڕاهێنان بۆ فێربوونی زمانی عەرەبی لە ڕێکخراوی (ا ب ج)،</a:t>
            </a:r>
          </a:p>
          <a:p>
            <a:pPr algn="just" rtl="1"/>
            <a:r>
              <a:rPr lang="ku-Arab-IQ" sz="7031" b="1" dirty="0"/>
              <a:t>٢٠٢٣-٢٠٢٥.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FD6EA9E1-0388-7660-C949-1758739A3F82}"/>
              </a:ext>
            </a:extLst>
          </p:cNvPr>
          <p:cNvSpPr/>
          <p:nvPr/>
        </p:nvSpPr>
        <p:spPr>
          <a:xfrm>
            <a:off x="6000750" y="-59727"/>
            <a:ext cx="8072498" cy="2765639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en-US" sz="11250" b="1" dirty="0"/>
          </a:p>
        </p:txBody>
      </p:sp>
      <p:pic>
        <p:nvPicPr>
          <p:cNvPr id="199" name="Picture 8" descr="HD White Round Circle Phone Icon Transparent PNG">
            <a:extLst>
              <a:ext uri="{FF2B5EF4-FFF2-40B4-BE49-F238E27FC236}">
                <a16:creationId xmlns:a16="http://schemas.microsoft.com/office/drawing/2014/main" id="{ECAA6ABD-B271-1546-3617-2E3D42717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417" l="5625" r="94167">
                        <a14:foregroundMark x1="30966" y1="6868" x2="43333" y2="3333"/>
                        <a14:foregroundMark x1="43333" y1="3333" x2="55417" y2="3125"/>
                        <a14:foregroundMark x1="55417" y1="3125" x2="72634" y2="8803"/>
                        <a14:foregroundMark x1="68958" y1="7083" x2="63542" y2="4792"/>
                        <a14:foregroundMark x1="63542" y1="4792" x2="43958" y2="5000"/>
                        <a14:foregroundMark x1="43958" y1="5000" x2="37083" y2="6250"/>
                        <a14:foregroundMark x1="9375" y1="26458" x2="5417" y2="47292"/>
                        <a14:foregroundMark x1="5417" y1="47292" x2="5833" y2="58958"/>
                        <a14:foregroundMark x1="5833" y1="58958" x2="10208" y2="71458"/>
                        <a14:foregroundMark x1="10208" y1="71458" x2="10833" y2="72083"/>
                        <a14:foregroundMark x1="89583" y1="73958" x2="94222" y2="53792"/>
                        <a14:foregroundMark x1="94035" y1="50203" x2="92292" y2="35208"/>
                        <a14:foregroundMark x1="92292" y1="35208" x2="88958" y2="26458"/>
                        <a14:foregroundMark x1="95417" y1="39583" x2="96170" y2="44642"/>
                        <a14:foregroundMark x1="94762" y1="61241" x2="94167" y2="64583"/>
                        <a14:foregroundMark x1="94167" y1="64583" x2="93958" y2="65000"/>
                        <a14:foregroundMark x1="25417" y1="90208" x2="49375" y2="96667"/>
                        <a14:foregroundMark x1="49375" y1="96667" x2="61667" y2="95417"/>
                        <a14:foregroundMark x1="61667" y1="95417" x2="77708" y2="86667"/>
                        <a14:foregroundMark x1="77708" y1="86667" x2="77708" y2="86667"/>
                        <a14:foregroundMark x1="30833" y1="7500" x2="25000" y2="10000"/>
                        <a14:foregroundMark x1="25000" y1="10000" x2="22083" y2="12917"/>
                        <a14:foregroundMark x1="78958" y1="13542" x2="73958" y2="9583"/>
                        <a14:foregroundMark x1="78542" y1="13125" x2="78542" y2="12917"/>
                        <a14:foregroundMark x1="78542" y1="12917" x2="77708" y2="11875"/>
                        <a14:foregroundMark x1="79792" y1="14792" x2="76458" y2="11667"/>
                        <a14:foregroundMark x1="76458" y1="11667" x2="76250" y2="11458"/>
                        <a14:foregroundMark x1="77292" y1="11250" x2="80833" y2="14583"/>
                        <a14:foregroundMark x1="80833" y1="14583" x2="80833" y2="14583"/>
                        <a14:foregroundMark x1="72292" y1="8542" x2="73542" y2="9792"/>
                        <a14:backgroundMark x1="30417" y1="6250" x2="29952" y2="6472"/>
                        <a14:backgroundMark x1="97292" y1="44583" x2="98125" y2="60625"/>
                        <a14:backgroundMark x1="98125" y1="60625" x2="96667" y2="6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8753" y="-4939074"/>
            <a:ext cx="2531250" cy="253125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Picture 16" descr="Location Icon Circle Vector Art, Icons, and Graphics for Free Download">
            <a:extLst>
              <a:ext uri="{FF2B5EF4-FFF2-40B4-BE49-F238E27FC236}">
                <a16:creationId xmlns:a16="http://schemas.microsoft.com/office/drawing/2014/main" id="{A453EA2C-1B2F-6853-7DFB-E43E512308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15" t="18413" r="56410" b="20824"/>
          <a:stretch/>
        </p:blipFill>
        <p:spPr bwMode="auto">
          <a:xfrm>
            <a:off x="11266799" y="46822"/>
            <a:ext cx="2559141" cy="253125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03620A2-F11A-56F6-561D-C1A405DD3871}"/>
                  </a:ext>
                </a:extLst>
              </p:cNvPr>
              <p:cNvSpPr txBox="1"/>
              <p:nvPr/>
            </p:nvSpPr>
            <p:spPr>
              <a:xfrm>
                <a:off x="7080655" y="-2064907"/>
                <a:ext cx="6992448" cy="2542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u-Arab-IQ" sz="9394" dirty="0">
                    <a:solidFill>
                      <a:srgbClr val="4F1F09"/>
                    </a:solidFill>
                  </a:rPr>
                  <a:t>٠٧ </a:t>
                </a:r>
                <a14:m>
                  <m:oMath xmlns:m="http://schemas.openxmlformats.org/officeDocument/2006/math">
                    <m:r>
                      <a:rPr lang="ku-Arab-IQ" sz="6525" i="1">
                        <a:solidFill>
                          <a:srgbClr val="4F1F0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×× ××× × ××</m:t>
                    </m:r>
                  </m:oMath>
                </a14:m>
                <a:endParaRPr lang="en-US" sz="9394" dirty="0">
                  <a:solidFill>
                    <a:srgbClr val="4F1F09"/>
                  </a:solidFill>
                </a:endParaRPr>
              </a:p>
            </p:txBody>
          </p:sp>
        </mc:Choice>
        <mc:Fallback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03620A2-F11A-56F6-561D-C1A405DD3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0655" y="-2064907"/>
                <a:ext cx="6992448" cy="2542106"/>
              </a:xfrm>
              <a:prstGeom prst="rect">
                <a:avLst/>
              </a:prstGeom>
              <a:blipFill>
                <a:blip r:embed="rId5"/>
                <a:stretch>
                  <a:fillRect l="-9067" t="-12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2" name="TextBox 211">
            <a:extLst>
              <a:ext uri="{FF2B5EF4-FFF2-40B4-BE49-F238E27FC236}">
                <a16:creationId xmlns:a16="http://schemas.microsoft.com/office/drawing/2014/main" id="{09B5D7B2-D541-CC87-5DBC-59746B9A3833}"/>
              </a:ext>
            </a:extLst>
          </p:cNvPr>
          <p:cNvSpPr txBox="1"/>
          <p:nvPr/>
        </p:nvSpPr>
        <p:spPr>
          <a:xfrm>
            <a:off x="6315104" y="2777208"/>
            <a:ext cx="7730155" cy="2343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ku-Arab-IQ" sz="7313" b="1" dirty="0">
                <a:solidFill>
                  <a:srgbClr val="4F1F09"/>
                </a:solidFill>
              </a:rPr>
              <a:t> شار/ پارێزگا/ کوردستان/ </a:t>
            </a:r>
            <a:r>
              <a:rPr lang="ku-Arab-IQ" sz="7313" b="1" dirty="0">
                <a:solidFill>
                  <a:srgbClr val="F5DEB3"/>
                </a:solidFill>
              </a:rPr>
              <a:t>.</a:t>
            </a:r>
            <a:r>
              <a:rPr lang="ku-Arab-IQ" sz="7313" b="1" dirty="0">
                <a:solidFill>
                  <a:srgbClr val="4F1F09"/>
                </a:solidFill>
              </a:rPr>
              <a:t>عێڕاق</a:t>
            </a:r>
            <a:endParaRPr lang="en-US" sz="7313" b="1" dirty="0">
              <a:solidFill>
                <a:srgbClr val="4F1F09"/>
              </a:solidFill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409DDAF4-DA8F-BE34-C8A6-1F72392E8925}"/>
              </a:ext>
            </a:extLst>
          </p:cNvPr>
          <p:cNvSpPr txBox="1"/>
          <p:nvPr/>
        </p:nvSpPr>
        <p:spPr>
          <a:xfrm>
            <a:off x="6315104" y="7845002"/>
            <a:ext cx="7730155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750" b="1" dirty="0">
                <a:solidFill>
                  <a:srgbClr val="4F1F09"/>
                </a:solidFill>
              </a:rPr>
              <a:t>email@example.com</a:t>
            </a: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0F19C734-0F6F-E418-FF43-47FBBDBE3231}"/>
              </a:ext>
            </a:extLst>
          </p:cNvPr>
          <p:cNvSpPr/>
          <p:nvPr/>
        </p:nvSpPr>
        <p:spPr>
          <a:xfrm>
            <a:off x="5972761" y="5079561"/>
            <a:ext cx="8072498" cy="2765639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en-US" sz="11250" b="1" dirty="0"/>
          </a:p>
        </p:txBody>
      </p:sp>
      <p:pic>
        <p:nvPicPr>
          <p:cNvPr id="201" name="Picture 10" descr="HD Letter Email Round White Icon PNG">
            <a:extLst>
              <a:ext uri="{FF2B5EF4-FFF2-40B4-BE49-F238E27FC236}">
                <a16:creationId xmlns:a16="http://schemas.microsoft.com/office/drawing/2014/main" id="{326A05E2-5CBC-F49B-FB97-35D623EB8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658" b="94565" l="6522" r="94429">
                        <a14:foregroundMark x1="13859" y1="21060" x2="34103" y2="9375"/>
                        <a14:foregroundMark x1="34103" y1="9375" x2="41033" y2="6929"/>
                        <a14:foregroundMark x1="41033" y1="6929" x2="48913" y2="6522"/>
                        <a14:foregroundMark x1="48913" y1="6522" x2="62364" y2="8016"/>
                        <a14:foregroundMark x1="62364" y1="8016" x2="73234" y2="13451"/>
                        <a14:foregroundMark x1="73234" y1="13451" x2="90082" y2="33832"/>
                        <a14:foregroundMark x1="90082" y1="33832" x2="93478" y2="53804"/>
                        <a14:foregroundMark x1="93478" y1="53804" x2="91712" y2="64402"/>
                        <a14:foregroundMark x1="91712" y1="64402" x2="88587" y2="71196"/>
                        <a14:foregroundMark x1="88587" y1="71196" x2="69565" y2="87228"/>
                        <a14:foregroundMark x1="69565" y1="87228" x2="59103" y2="91168"/>
                        <a14:foregroundMark x1="59103" y1="91168" x2="37228" y2="92799"/>
                        <a14:foregroundMark x1="37228" y1="92799" x2="25543" y2="86277"/>
                        <a14:foregroundMark x1="25543" y1="86277" x2="12228" y2="73098"/>
                        <a14:foregroundMark x1="12228" y1="73098" x2="8288" y2="65217"/>
                        <a14:foregroundMark x1="8288" y1="65217" x2="6522" y2="52853"/>
                        <a14:foregroundMark x1="6522" y1="52853" x2="12364" y2="28397"/>
                        <a14:foregroundMark x1="12364" y1="28397" x2="17799" y2="18342"/>
                        <a14:foregroundMark x1="17799" y1="18342" x2="19701" y2="16848"/>
                        <a14:foregroundMark x1="35190" y1="6522" x2="54891" y2="5842"/>
                        <a14:foregroundMark x1="54891" y1="5842" x2="59783" y2="6658"/>
                        <a14:foregroundMark x1="59783" y1="6658" x2="61685" y2="7473"/>
                        <a14:foregroundMark x1="92935" y1="37772" x2="93342" y2="43478"/>
                        <a14:foregroundMark x1="93342" y1="43478" x2="94022" y2="38587"/>
                        <a14:foregroundMark x1="94022" y1="38587" x2="94565" y2="54755"/>
                        <a14:foregroundMark x1="94565" y1="54755" x2="92255" y2="63587"/>
                        <a14:foregroundMark x1="63995" y1="92935" x2="43071" y2="94565"/>
                        <a14:foregroundMark x1="43071" y1="94565" x2="34647" y2="922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4690" y="5196757"/>
            <a:ext cx="2531250" cy="253125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4" name="TextBox 223">
            <a:extLst>
              <a:ext uri="{FF2B5EF4-FFF2-40B4-BE49-F238E27FC236}">
                <a16:creationId xmlns:a16="http://schemas.microsoft.com/office/drawing/2014/main" id="{6E827423-BF57-9124-B08D-F779E5410736}"/>
              </a:ext>
            </a:extLst>
          </p:cNvPr>
          <p:cNvSpPr txBox="1"/>
          <p:nvPr/>
        </p:nvSpPr>
        <p:spPr>
          <a:xfrm>
            <a:off x="6315104" y="11775255"/>
            <a:ext cx="7730155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ku-Arab-IQ" sz="6750" b="1" dirty="0">
                <a:solidFill>
                  <a:srgbClr val="4F1F09"/>
                </a:solidFill>
              </a:rPr>
              <a:t> ڕۆژ / مانگ / ساڵ</a:t>
            </a:r>
            <a:endParaRPr lang="en-US" sz="6750" b="1" dirty="0">
              <a:solidFill>
                <a:srgbClr val="4F1F09"/>
              </a:solidFill>
            </a:endParaRP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74E0D48-0421-B434-0D7D-38E781E093DE}"/>
              </a:ext>
            </a:extLst>
          </p:cNvPr>
          <p:cNvSpPr/>
          <p:nvPr/>
        </p:nvSpPr>
        <p:spPr>
          <a:xfrm>
            <a:off x="5972761" y="9009816"/>
            <a:ext cx="8072498" cy="2765639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en-US" sz="11250" b="1" dirty="0"/>
          </a:p>
        </p:txBody>
      </p:sp>
      <p:pic>
        <p:nvPicPr>
          <p:cNvPr id="205" name="Picture 4" descr="Date of birth - Free user icons">
            <a:extLst>
              <a:ext uri="{FF2B5EF4-FFF2-40B4-BE49-F238E27FC236}">
                <a16:creationId xmlns:a16="http://schemas.microsoft.com/office/drawing/2014/main" id="{D7C8BB89-C6EC-2BE2-7189-B2B905840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3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6799" y="9127010"/>
            <a:ext cx="2531250" cy="253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8" name="Rectangle 227">
            <a:extLst>
              <a:ext uri="{FF2B5EF4-FFF2-40B4-BE49-F238E27FC236}">
                <a16:creationId xmlns:a16="http://schemas.microsoft.com/office/drawing/2014/main" id="{1F9CB3E5-A59A-BA1D-3E91-F7FC43A47232}"/>
              </a:ext>
            </a:extLst>
          </p:cNvPr>
          <p:cNvSpPr/>
          <p:nvPr/>
        </p:nvSpPr>
        <p:spPr>
          <a:xfrm>
            <a:off x="5972761" y="12865939"/>
            <a:ext cx="8072498" cy="1674956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ku-Arab-IQ" sz="9394" b="1" dirty="0"/>
              <a:t>شارەزایی</a:t>
            </a:r>
            <a:endParaRPr lang="en-US" sz="9394" b="1" dirty="0"/>
          </a:p>
        </p:txBody>
      </p: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D11871C8-0B3B-5F22-F402-C3BFE46FD783}"/>
              </a:ext>
            </a:extLst>
          </p:cNvPr>
          <p:cNvSpPr/>
          <p:nvPr/>
        </p:nvSpPr>
        <p:spPr>
          <a:xfrm rot="2700000">
            <a:off x="-4720536" y="-5641724"/>
            <a:ext cx="21442571" cy="21442571"/>
          </a:xfrm>
          <a:custGeom>
            <a:avLst/>
            <a:gdLst>
              <a:gd name="csX0" fmla="*/ 0 w 38120126"/>
              <a:gd name="csY0" fmla="*/ 0 h 38120126"/>
              <a:gd name="csX1" fmla="*/ 12600000 w 38120126"/>
              <a:gd name="csY1" fmla="*/ 1 h 38120126"/>
              <a:gd name="csX2" fmla="*/ 12600001 w 38120126"/>
              <a:gd name="csY2" fmla="*/ 11963605 h 38120126"/>
              <a:gd name="csX3" fmla="*/ 38120126 w 38120126"/>
              <a:gd name="csY3" fmla="*/ 37483730 h 38120126"/>
              <a:gd name="csX4" fmla="*/ 37483730 w 38120126"/>
              <a:gd name="csY4" fmla="*/ 38120126 h 38120126"/>
              <a:gd name="csX5" fmla="*/ 11963605 w 38120126"/>
              <a:gd name="csY5" fmla="*/ 12600001 h 38120126"/>
              <a:gd name="csX6" fmla="*/ 1 w 38120126"/>
              <a:gd name="csY6" fmla="*/ 12600001 h 381201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8120126" h="38120126">
                <a:moveTo>
                  <a:pt x="0" y="0"/>
                </a:moveTo>
                <a:lnTo>
                  <a:pt x="12600000" y="1"/>
                </a:lnTo>
                <a:lnTo>
                  <a:pt x="12600001" y="11963605"/>
                </a:lnTo>
                <a:lnTo>
                  <a:pt x="38120126" y="37483730"/>
                </a:lnTo>
                <a:lnTo>
                  <a:pt x="37483730" y="38120126"/>
                </a:lnTo>
                <a:lnTo>
                  <a:pt x="11963605" y="12600001"/>
                </a:lnTo>
                <a:lnTo>
                  <a:pt x="1" y="12600001"/>
                </a:lnTo>
                <a:close/>
              </a:path>
            </a:pathLst>
          </a:custGeom>
          <a:gradFill flip="none" rotWithShape="1">
            <a:gsLst>
              <a:gs pos="62000">
                <a:srgbClr val="4F1F09"/>
              </a:gs>
              <a:gs pos="87000">
                <a:srgbClr val="4F1F09"/>
              </a:gs>
              <a:gs pos="25000">
                <a:srgbClr val="8E3710"/>
              </a:gs>
              <a:gs pos="0">
                <a:srgbClr val="8E3710"/>
              </a:gs>
              <a:gs pos="100000">
                <a:srgbClr val="8E3710"/>
              </a:gs>
              <a:gs pos="75000">
                <a:srgbClr val="8E3710"/>
              </a:gs>
              <a:gs pos="50000">
                <a:srgbClr val="8E3710"/>
              </a:gs>
              <a:gs pos="37000">
                <a:srgbClr val="4F1F09"/>
              </a:gs>
              <a:gs pos="12000">
                <a:srgbClr val="4F1F09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13"/>
          </a:p>
        </p:txBody>
      </p:sp>
      <p:pic>
        <p:nvPicPr>
          <p:cNvPr id="181" name="Picture 180" descr="Arabic girl Photos - Download Free High-Quality Pictures | Magnific  (formerly Freepik)">
            <a:extLst>
              <a:ext uri="{FF2B5EF4-FFF2-40B4-BE49-F238E27FC236}">
                <a16:creationId xmlns:a16="http://schemas.microsoft.com/office/drawing/2014/main" id="{85FB5782-2119-C185-0429-F518A8A2E29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1580" t="7305" r="11580" b="41502"/>
          <a:stretch>
            <a:fillRect/>
          </a:stretch>
        </p:blipFill>
        <p:spPr>
          <a:xfrm>
            <a:off x="1343053" y="-9767685"/>
            <a:ext cx="9307293" cy="9307293"/>
          </a:xfrm>
          <a:custGeom>
            <a:avLst/>
            <a:gdLst>
              <a:gd name="csX0" fmla="*/ 8273150 w 16546298"/>
              <a:gd name="csY0" fmla="*/ 0 h 16546299"/>
              <a:gd name="csX1" fmla="*/ 16546298 w 16546298"/>
              <a:gd name="csY1" fmla="*/ 8273151 h 16546299"/>
              <a:gd name="csX2" fmla="*/ 8273150 w 16546298"/>
              <a:gd name="csY2" fmla="*/ 16546299 h 16546299"/>
              <a:gd name="csX3" fmla="*/ 0 w 16546298"/>
              <a:gd name="csY3" fmla="*/ 8273151 h 165462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546298" h="16546299">
                <a:moveTo>
                  <a:pt x="8273150" y="0"/>
                </a:moveTo>
                <a:lnTo>
                  <a:pt x="16546298" y="8273151"/>
                </a:lnTo>
                <a:lnTo>
                  <a:pt x="8273150" y="16546299"/>
                </a:lnTo>
                <a:lnTo>
                  <a:pt x="0" y="8273151"/>
                </a:lnTo>
                <a:close/>
              </a:path>
            </a:pathLst>
          </a:custGeom>
        </p:spPr>
      </p:pic>
      <p:sp>
        <p:nvSpPr>
          <p:cNvPr id="230" name="TextBox 229">
            <a:extLst>
              <a:ext uri="{FF2B5EF4-FFF2-40B4-BE49-F238E27FC236}">
                <a16:creationId xmlns:a16="http://schemas.microsoft.com/office/drawing/2014/main" id="{93C6D68A-E328-AD8A-A7A2-3AD7AAB340E0}"/>
              </a:ext>
            </a:extLst>
          </p:cNvPr>
          <p:cNvSpPr txBox="1"/>
          <p:nvPr/>
        </p:nvSpPr>
        <p:spPr>
          <a:xfrm>
            <a:off x="6315103" y="14540895"/>
            <a:ext cx="7730155" cy="4598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ku-Arab-IQ" sz="6750" b="1" dirty="0">
                <a:solidFill>
                  <a:srgbClr val="4F1F09"/>
                </a:solidFill>
              </a:rPr>
              <a:t>وۆرد: زۆر باش</a:t>
            </a:r>
          </a:p>
          <a:p>
            <a:pPr algn="just" rtl="1">
              <a:lnSpc>
                <a:spcPct val="150000"/>
              </a:lnSpc>
            </a:pPr>
            <a:r>
              <a:rPr lang="ku-Arab-IQ" sz="6750" b="1" dirty="0">
                <a:solidFill>
                  <a:srgbClr val="4F1F09"/>
                </a:solidFill>
              </a:rPr>
              <a:t>پاوەرپۆینت: مامناوەند</a:t>
            </a:r>
          </a:p>
          <a:p>
            <a:pPr algn="just" rtl="1">
              <a:lnSpc>
                <a:spcPct val="150000"/>
              </a:lnSpc>
            </a:pPr>
            <a:r>
              <a:rPr lang="ku-Arab-IQ" sz="6750" b="1" dirty="0">
                <a:solidFill>
                  <a:srgbClr val="4F1F09"/>
                </a:solidFill>
              </a:rPr>
              <a:t>ئیکسێڵ: زۆر باش</a:t>
            </a:r>
            <a:endParaRPr lang="en-US" sz="6750" b="1" dirty="0">
              <a:solidFill>
                <a:srgbClr val="4F1F0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333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E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9E6596-4A85-CFE0-ABF2-7C13FEDE9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C26EE4FD-E8C8-9CBA-66DA-2DBD88CC4669}"/>
              </a:ext>
            </a:extLst>
          </p:cNvPr>
          <p:cNvSpPr/>
          <p:nvPr/>
        </p:nvSpPr>
        <p:spPr>
          <a:xfrm>
            <a:off x="-1" y="0"/>
            <a:ext cx="3423049" cy="990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9C6245F-DF23-F111-E4D2-9B97115D7382}"/>
              </a:ext>
            </a:extLst>
          </p:cNvPr>
          <p:cNvSpPr/>
          <p:nvPr/>
        </p:nvSpPr>
        <p:spPr>
          <a:xfrm>
            <a:off x="-1" y="1672833"/>
            <a:ext cx="2681702" cy="720000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ku-Arab-IQ" sz="3200" b="1" dirty="0"/>
              <a:t>      کەسایەتی</a:t>
            </a:r>
            <a:endParaRPr lang="en-US" sz="3200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FEAB6F-2F3C-5DEE-544C-E26970A3F15F}"/>
              </a:ext>
            </a:extLst>
          </p:cNvPr>
          <p:cNvSpPr/>
          <p:nvPr/>
        </p:nvSpPr>
        <p:spPr>
          <a:xfrm>
            <a:off x="3423049" y="8313860"/>
            <a:ext cx="3434951" cy="604800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ku-Arab-IQ" sz="2800" b="1" dirty="0"/>
              <a:t>زمان</a:t>
            </a:r>
            <a:endParaRPr lang="en-US" sz="3600" b="1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978544C-B99D-218B-F2F6-B0BA5E146744}"/>
              </a:ext>
            </a:extLst>
          </p:cNvPr>
          <p:cNvSpPr/>
          <p:nvPr/>
        </p:nvSpPr>
        <p:spPr>
          <a:xfrm>
            <a:off x="0" y="0"/>
            <a:ext cx="3434951" cy="1643200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AE50FC-AE11-39CE-A611-5880307D7862}"/>
              </a:ext>
            </a:extLst>
          </p:cNvPr>
          <p:cNvSpPr/>
          <p:nvPr/>
        </p:nvSpPr>
        <p:spPr>
          <a:xfrm>
            <a:off x="3429000" y="1643200"/>
            <a:ext cx="3429000" cy="604800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en-US" sz="11250" b="1" dirty="0"/>
          </a:p>
        </p:txBody>
      </p:sp>
      <p:pic>
        <p:nvPicPr>
          <p:cNvPr id="9" name="Picture 8" descr="HD White Round Circle Phone Icon Transparent PNG">
            <a:extLst>
              <a:ext uri="{FF2B5EF4-FFF2-40B4-BE49-F238E27FC236}">
                <a16:creationId xmlns:a16="http://schemas.microsoft.com/office/drawing/2014/main" id="{1C68A409-CCAC-4063-4725-04545242E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417" l="5625" r="94167">
                        <a14:foregroundMark x1="30966" y1="6868" x2="43333" y2="3333"/>
                        <a14:foregroundMark x1="43333" y1="3333" x2="55417" y2="3125"/>
                        <a14:foregroundMark x1="55417" y1="3125" x2="72634" y2="8803"/>
                        <a14:foregroundMark x1="68958" y1="7083" x2="63542" y2="4792"/>
                        <a14:foregroundMark x1="63542" y1="4792" x2="43958" y2="5000"/>
                        <a14:foregroundMark x1="43958" y1="5000" x2="37083" y2="6250"/>
                        <a14:foregroundMark x1="9375" y1="26458" x2="5417" y2="47292"/>
                        <a14:foregroundMark x1="5417" y1="47292" x2="5833" y2="58958"/>
                        <a14:foregroundMark x1="5833" y1="58958" x2="10208" y2="71458"/>
                        <a14:foregroundMark x1="10208" y1="71458" x2="10833" y2="72083"/>
                        <a14:foregroundMark x1="89583" y1="73958" x2="94222" y2="53792"/>
                        <a14:foregroundMark x1="94035" y1="50203" x2="92292" y2="35208"/>
                        <a14:foregroundMark x1="92292" y1="35208" x2="88958" y2="26458"/>
                        <a14:foregroundMark x1="95417" y1="39583" x2="96170" y2="44642"/>
                        <a14:foregroundMark x1="94762" y1="61241" x2="94167" y2="64583"/>
                        <a14:foregroundMark x1="94167" y1="64583" x2="93958" y2="65000"/>
                        <a14:foregroundMark x1="25417" y1="90208" x2="49375" y2="96667"/>
                        <a14:foregroundMark x1="49375" y1="96667" x2="61667" y2="95417"/>
                        <a14:foregroundMark x1="61667" y1="95417" x2="77708" y2="86667"/>
                        <a14:foregroundMark x1="77708" y1="86667" x2="77708" y2="86667"/>
                        <a14:foregroundMark x1="30833" y1="7500" x2="25000" y2="10000"/>
                        <a14:foregroundMark x1="25000" y1="10000" x2="22083" y2="12917"/>
                        <a14:foregroundMark x1="78958" y1="13542" x2="73958" y2="9583"/>
                        <a14:foregroundMark x1="78542" y1="13125" x2="78542" y2="12917"/>
                        <a14:foregroundMark x1="78542" y1="12917" x2="77708" y2="11875"/>
                        <a14:foregroundMark x1="79792" y1="14792" x2="76458" y2="11667"/>
                        <a14:foregroundMark x1="76458" y1="11667" x2="76250" y2="11458"/>
                        <a14:foregroundMark x1="77292" y1="11250" x2="80833" y2="14583"/>
                        <a14:foregroundMark x1="80833" y1="14583" x2="80833" y2="14583"/>
                        <a14:foregroundMark x1="72292" y1="8542" x2="73542" y2="9792"/>
                        <a14:backgroundMark x1="30417" y1="6250" x2="29952" y2="6472"/>
                        <a14:backgroundMark x1="97292" y1="44583" x2="98125" y2="60625"/>
                        <a14:backgroundMark x1="98125" y1="60625" x2="96667" y2="6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900" y="1675600"/>
            <a:ext cx="540000" cy="540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902309-7C4E-1155-9FC7-60237875D1E4}"/>
              </a:ext>
            </a:extLst>
          </p:cNvPr>
          <p:cNvSpPr txBox="1"/>
          <p:nvPr/>
        </p:nvSpPr>
        <p:spPr>
          <a:xfrm>
            <a:off x="3975100" y="2303003"/>
            <a:ext cx="2882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u-Arab-IQ" sz="3600" dirty="0">
                <a:solidFill>
                  <a:srgbClr val="4F1F09"/>
                </a:solidFill>
              </a:rPr>
              <a:t>٠٧٥٠١٣٨٤٦٩٢</a:t>
            </a:r>
            <a:endParaRPr lang="en-US" sz="3600" dirty="0">
              <a:solidFill>
                <a:srgbClr val="4F1F09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7BB523-9D51-105B-B063-D0912D6C00F8}"/>
              </a:ext>
            </a:extLst>
          </p:cNvPr>
          <p:cNvSpPr/>
          <p:nvPr/>
        </p:nvSpPr>
        <p:spPr>
          <a:xfrm>
            <a:off x="3429000" y="2865078"/>
            <a:ext cx="3429000" cy="604800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en-US" sz="11250" b="1" dirty="0"/>
          </a:p>
        </p:txBody>
      </p:sp>
      <p:pic>
        <p:nvPicPr>
          <p:cNvPr id="13" name="Picture 16" descr="Location Icon Circle Vector Art, Icons, and Graphics for Free Download">
            <a:extLst>
              <a:ext uri="{FF2B5EF4-FFF2-40B4-BE49-F238E27FC236}">
                <a16:creationId xmlns:a16="http://schemas.microsoft.com/office/drawing/2014/main" id="{EEA3CB04-EA06-350A-55CE-093BCA8FFB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15" t="18413" r="56410" b="20824"/>
          <a:stretch/>
        </p:blipFill>
        <p:spPr bwMode="auto">
          <a:xfrm>
            <a:off x="6264951" y="2897478"/>
            <a:ext cx="545949" cy="540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C565988-492D-109C-8138-9AD23C005D37}"/>
              </a:ext>
            </a:extLst>
          </p:cNvPr>
          <p:cNvSpPr txBox="1"/>
          <p:nvPr/>
        </p:nvSpPr>
        <p:spPr>
          <a:xfrm>
            <a:off x="3429000" y="3521868"/>
            <a:ext cx="3381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ku-Arab-IQ" sz="2800" b="1" dirty="0">
                <a:solidFill>
                  <a:srgbClr val="4F1F09"/>
                </a:solidFill>
              </a:rPr>
              <a:t> شار/ پارێزگا/ کوردستان/ </a:t>
            </a:r>
            <a:r>
              <a:rPr lang="ku-Arab-IQ" sz="2800" b="1" dirty="0">
                <a:solidFill>
                  <a:srgbClr val="F5DEB3"/>
                </a:solidFill>
              </a:rPr>
              <a:t>.</a:t>
            </a:r>
            <a:r>
              <a:rPr lang="ku-Arab-IQ" sz="2800" b="1" dirty="0">
                <a:solidFill>
                  <a:srgbClr val="4F1F09"/>
                </a:solidFill>
              </a:rPr>
              <a:t>عێڕاق</a:t>
            </a:r>
            <a:endParaRPr lang="en-US" sz="2800" b="1" dirty="0">
              <a:solidFill>
                <a:srgbClr val="4F1F09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A55B74-F5D9-950D-0CDB-17D6C0C54DE0}"/>
              </a:ext>
            </a:extLst>
          </p:cNvPr>
          <p:cNvSpPr/>
          <p:nvPr/>
        </p:nvSpPr>
        <p:spPr>
          <a:xfrm>
            <a:off x="3429000" y="4523200"/>
            <a:ext cx="3429000" cy="604800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en-US" sz="1125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855F37-1103-75AC-987C-B9EEF3E6D911}"/>
              </a:ext>
            </a:extLst>
          </p:cNvPr>
          <p:cNvSpPr txBox="1"/>
          <p:nvPr/>
        </p:nvSpPr>
        <p:spPr>
          <a:xfrm>
            <a:off x="3535681" y="5128000"/>
            <a:ext cx="3275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4F1F09"/>
                </a:solidFill>
              </a:rPr>
              <a:t>email@example.com</a:t>
            </a:r>
          </a:p>
        </p:txBody>
      </p:sp>
      <p:pic>
        <p:nvPicPr>
          <p:cNvPr id="15" name="Picture 10" descr="HD Letter Email Round White Icon PNG">
            <a:extLst>
              <a:ext uri="{FF2B5EF4-FFF2-40B4-BE49-F238E27FC236}">
                <a16:creationId xmlns:a16="http://schemas.microsoft.com/office/drawing/2014/main" id="{2FBAF3DE-93A6-236E-BEF2-627EE5E1B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658" b="94565" l="6522" r="94429">
                        <a14:foregroundMark x1="13859" y1="21060" x2="34103" y2="9375"/>
                        <a14:foregroundMark x1="34103" y1="9375" x2="41033" y2="6929"/>
                        <a14:foregroundMark x1="41033" y1="6929" x2="48913" y2="6522"/>
                        <a14:foregroundMark x1="48913" y1="6522" x2="62364" y2="8016"/>
                        <a14:foregroundMark x1="62364" y1="8016" x2="73234" y2="13451"/>
                        <a14:foregroundMark x1="73234" y1="13451" x2="90082" y2="33832"/>
                        <a14:foregroundMark x1="90082" y1="33832" x2="93478" y2="53804"/>
                        <a14:foregroundMark x1="93478" y1="53804" x2="91712" y2="64402"/>
                        <a14:foregroundMark x1="91712" y1="64402" x2="88587" y2="71196"/>
                        <a14:foregroundMark x1="88587" y1="71196" x2="69565" y2="87228"/>
                        <a14:foregroundMark x1="69565" y1="87228" x2="59103" y2="91168"/>
                        <a14:foregroundMark x1="59103" y1="91168" x2="37228" y2="92799"/>
                        <a14:foregroundMark x1="37228" y1="92799" x2="25543" y2="86277"/>
                        <a14:foregroundMark x1="25543" y1="86277" x2="12228" y2="73098"/>
                        <a14:foregroundMark x1="12228" y1="73098" x2="8288" y2="65217"/>
                        <a14:foregroundMark x1="8288" y1="65217" x2="6522" y2="52853"/>
                        <a14:foregroundMark x1="6522" y1="52853" x2="12364" y2="28397"/>
                        <a14:foregroundMark x1="12364" y1="28397" x2="17799" y2="18342"/>
                        <a14:foregroundMark x1="17799" y1="18342" x2="19701" y2="16848"/>
                        <a14:foregroundMark x1="35190" y1="6522" x2="54891" y2="5842"/>
                        <a14:foregroundMark x1="54891" y1="5842" x2="59783" y2="6658"/>
                        <a14:foregroundMark x1="59783" y1="6658" x2="61685" y2="7473"/>
                        <a14:foregroundMark x1="92935" y1="37772" x2="93342" y2="43478"/>
                        <a14:foregroundMark x1="93342" y1="43478" x2="94022" y2="38587"/>
                        <a14:foregroundMark x1="94022" y1="38587" x2="94565" y2="54755"/>
                        <a14:foregroundMark x1="94565" y1="54755" x2="92255" y2="63587"/>
                        <a14:foregroundMark x1="63995" y1="92935" x2="43071" y2="94565"/>
                        <a14:foregroundMark x1="43071" y1="94565" x2="34647" y2="922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951" y="4555600"/>
            <a:ext cx="540000" cy="540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07D125F-117D-DCD2-067F-9FC93A3F477D}"/>
              </a:ext>
            </a:extLst>
          </p:cNvPr>
          <p:cNvSpPr/>
          <p:nvPr/>
        </p:nvSpPr>
        <p:spPr>
          <a:xfrm>
            <a:off x="3429000" y="5622065"/>
            <a:ext cx="3429000" cy="604800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en-US" sz="11250" b="1" dirty="0"/>
          </a:p>
        </p:txBody>
      </p:sp>
      <p:pic>
        <p:nvPicPr>
          <p:cNvPr id="17" name="Picture 4" descr="Date of birth - Free user icons">
            <a:extLst>
              <a:ext uri="{FF2B5EF4-FFF2-40B4-BE49-F238E27FC236}">
                <a16:creationId xmlns:a16="http://schemas.microsoft.com/office/drawing/2014/main" id="{1148E86C-2865-0A4C-3475-DE743AB5C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951" y="5672465"/>
            <a:ext cx="504000" cy="50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A6837C2-0902-E7D2-9DE4-AB0A8A8663E1}"/>
              </a:ext>
            </a:extLst>
          </p:cNvPr>
          <p:cNvSpPr txBox="1"/>
          <p:nvPr/>
        </p:nvSpPr>
        <p:spPr>
          <a:xfrm>
            <a:off x="3535681" y="6259265"/>
            <a:ext cx="3269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ku-Arab-IQ" sz="2400" b="1" dirty="0">
                <a:solidFill>
                  <a:srgbClr val="4F1F09"/>
                </a:solidFill>
              </a:rPr>
              <a:t> ڕۆژ / مانگ / ساڵ</a:t>
            </a:r>
            <a:endParaRPr lang="en-US" sz="2400" b="1" dirty="0">
              <a:solidFill>
                <a:srgbClr val="4F1F09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6F51FD-9FFD-C83E-1C18-5710711070BB}"/>
              </a:ext>
            </a:extLst>
          </p:cNvPr>
          <p:cNvSpPr/>
          <p:nvPr/>
        </p:nvSpPr>
        <p:spPr>
          <a:xfrm>
            <a:off x="3423049" y="6720930"/>
            <a:ext cx="3434951" cy="604800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ku-Arab-IQ" sz="2800" b="1" dirty="0"/>
              <a:t>شارەزایی</a:t>
            </a:r>
            <a:endParaRPr lang="en-US" sz="36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D5D48C-5B13-C244-317B-BDB36D087D9A}"/>
              </a:ext>
            </a:extLst>
          </p:cNvPr>
          <p:cNvSpPr txBox="1"/>
          <p:nvPr/>
        </p:nvSpPr>
        <p:spPr>
          <a:xfrm>
            <a:off x="3423049" y="7325730"/>
            <a:ext cx="34349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ku-Arab-IQ" sz="2000" b="1" dirty="0">
                <a:solidFill>
                  <a:srgbClr val="4F1F09"/>
                </a:solidFill>
              </a:rPr>
              <a:t>وۆرد: زۆر باش</a:t>
            </a:r>
          </a:p>
          <a:p>
            <a:pPr algn="just" rtl="1"/>
            <a:r>
              <a:rPr lang="ku-Arab-IQ" sz="2000" b="1" dirty="0">
                <a:solidFill>
                  <a:srgbClr val="4F1F09"/>
                </a:solidFill>
              </a:rPr>
              <a:t>پاوەرپۆینت: مامناوەند</a:t>
            </a:r>
          </a:p>
          <a:p>
            <a:pPr algn="just" rtl="1"/>
            <a:r>
              <a:rPr lang="ku-Arab-IQ" sz="2000" b="1" dirty="0">
                <a:solidFill>
                  <a:srgbClr val="4F1F09"/>
                </a:solidFill>
              </a:rPr>
              <a:t>ئیکسێڵ: زۆر باش</a:t>
            </a:r>
            <a:endParaRPr lang="en-US" sz="2000" b="1" dirty="0">
              <a:solidFill>
                <a:srgbClr val="4F1F09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FAF3BE1-599F-5A80-223C-3F662C285A47}"/>
              </a:ext>
            </a:extLst>
          </p:cNvPr>
          <p:cNvSpPr txBox="1"/>
          <p:nvPr/>
        </p:nvSpPr>
        <p:spPr>
          <a:xfrm>
            <a:off x="3423049" y="8890337"/>
            <a:ext cx="34349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ku-Arab-IQ" sz="2000" b="1" dirty="0">
                <a:solidFill>
                  <a:srgbClr val="4F1F09"/>
                </a:solidFill>
              </a:rPr>
              <a:t>کوردی: </a:t>
            </a:r>
            <a:r>
              <a:rPr lang="ku-Arab-IQ" sz="2000" dirty="0">
                <a:solidFill>
                  <a:srgbClr val="4F1F09"/>
                </a:solidFill>
              </a:rPr>
              <a:t>زمانی دایك</a:t>
            </a:r>
            <a:endParaRPr lang="ku-Arab-IQ" sz="2000" b="1" dirty="0">
              <a:solidFill>
                <a:srgbClr val="4F1F09"/>
              </a:solidFill>
            </a:endParaRPr>
          </a:p>
          <a:p>
            <a:pPr algn="just" rtl="1"/>
            <a:r>
              <a:rPr lang="ku-Arab-IQ" sz="2000" b="1" dirty="0">
                <a:solidFill>
                  <a:srgbClr val="4F1F09"/>
                </a:solidFill>
              </a:rPr>
              <a:t>عەربی: </a:t>
            </a:r>
            <a:r>
              <a:rPr lang="ku-Arab-IQ" sz="2000" dirty="0">
                <a:solidFill>
                  <a:srgbClr val="4F1F09"/>
                </a:solidFill>
              </a:rPr>
              <a:t>زۆر باش</a:t>
            </a:r>
            <a:endParaRPr lang="ku-Arab-IQ" sz="2000" b="1" dirty="0">
              <a:solidFill>
                <a:srgbClr val="4F1F09"/>
              </a:solidFill>
            </a:endParaRPr>
          </a:p>
          <a:p>
            <a:pPr algn="just" rtl="1"/>
            <a:r>
              <a:rPr lang="ku-Arab-IQ" sz="2000" b="1" dirty="0">
                <a:solidFill>
                  <a:srgbClr val="4F1F09"/>
                </a:solidFill>
              </a:rPr>
              <a:t>ئینگلیزی: </a:t>
            </a:r>
            <a:r>
              <a:rPr lang="ku-Arab-IQ" sz="2000" dirty="0">
                <a:solidFill>
                  <a:srgbClr val="4F1F09"/>
                </a:solidFill>
              </a:rPr>
              <a:t>مامناوەند</a:t>
            </a:r>
            <a:endParaRPr lang="en-US" sz="2000" b="1" dirty="0">
              <a:solidFill>
                <a:srgbClr val="4F1F09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D4099D3-5824-163A-E6AD-8A3310C74BAE}"/>
              </a:ext>
            </a:extLst>
          </p:cNvPr>
          <p:cNvSpPr txBox="1"/>
          <p:nvPr/>
        </p:nvSpPr>
        <p:spPr>
          <a:xfrm>
            <a:off x="0" y="506129"/>
            <a:ext cx="256031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u-Arab-IQ" sz="3500" b="1" dirty="0">
                <a:solidFill>
                  <a:schemeClr val="bg1"/>
                </a:solidFill>
              </a:rPr>
              <a:t>نـاو بـاوك بـاپیـر</a:t>
            </a:r>
            <a:endParaRPr lang="en-US" sz="3500" b="1" dirty="0">
              <a:solidFill>
                <a:schemeClr val="bg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FC81CAB-4033-492D-6F43-D356A690EEF5}"/>
              </a:ext>
            </a:extLst>
          </p:cNvPr>
          <p:cNvSpPr txBox="1"/>
          <p:nvPr/>
        </p:nvSpPr>
        <p:spPr>
          <a:xfrm>
            <a:off x="0" y="2411535"/>
            <a:ext cx="33759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ku-Arab-IQ" sz="2000" dirty="0"/>
              <a:t>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endParaRPr lang="en-US" sz="20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3B043B6-4BF9-366C-AE02-327DC7B43BB5}"/>
              </a:ext>
            </a:extLst>
          </p:cNvPr>
          <p:cNvSpPr/>
          <p:nvPr/>
        </p:nvSpPr>
        <p:spPr>
          <a:xfrm>
            <a:off x="0" y="4677006"/>
            <a:ext cx="3423048" cy="720000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ku-Arab-IQ" sz="3200" b="1" dirty="0"/>
              <a:t> بڕوانامە</a:t>
            </a:r>
            <a:endParaRPr lang="en-US" sz="32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3EB8CD-EDB2-9EF7-FDCF-3E539720BE64}"/>
              </a:ext>
            </a:extLst>
          </p:cNvPr>
          <p:cNvSpPr txBox="1"/>
          <p:nvPr/>
        </p:nvSpPr>
        <p:spPr>
          <a:xfrm>
            <a:off x="-1" y="5394144"/>
            <a:ext cx="337000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ku-Arab-IQ" sz="2000" dirty="0"/>
              <a:t>١. .........................................</a:t>
            </a:r>
          </a:p>
          <a:p>
            <a:pPr algn="just" rtl="1"/>
            <a:r>
              <a:rPr lang="ku-Arab-IQ" sz="2000" dirty="0"/>
              <a:t>......................................</a:t>
            </a:r>
          </a:p>
          <a:p>
            <a:pPr algn="just" rtl="1"/>
            <a:r>
              <a:rPr lang="ku-Arab-IQ" sz="2000" dirty="0"/>
              <a:t>٢. .........................................</a:t>
            </a:r>
          </a:p>
          <a:p>
            <a:pPr algn="just" rtl="1"/>
            <a:r>
              <a:rPr lang="ku-Arab-IQ" sz="2000" dirty="0"/>
              <a:t>.................................................................................</a:t>
            </a:r>
            <a:endParaRPr lang="en-US" sz="20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47669F8-ED46-99C2-84E6-8407612997D1}"/>
              </a:ext>
            </a:extLst>
          </p:cNvPr>
          <p:cNvSpPr/>
          <p:nvPr/>
        </p:nvSpPr>
        <p:spPr>
          <a:xfrm>
            <a:off x="-552" y="7022497"/>
            <a:ext cx="3423600" cy="720000"/>
          </a:xfrm>
          <a:prstGeom prst="rect">
            <a:avLst/>
          </a:prstGeom>
          <a:solidFill>
            <a:srgbClr val="4F1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ku-Arab-IQ" sz="3200" b="1" dirty="0"/>
              <a:t> ئەزموون</a:t>
            </a:r>
            <a:endParaRPr lang="en-US" sz="32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72B5C4-138C-5D75-6183-709FD765ECC6}"/>
              </a:ext>
            </a:extLst>
          </p:cNvPr>
          <p:cNvSpPr txBox="1"/>
          <p:nvPr/>
        </p:nvSpPr>
        <p:spPr>
          <a:xfrm>
            <a:off x="0" y="7742301"/>
            <a:ext cx="3370000" cy="2214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ku-Arab-IQ" sz="1970" dirty="0"/>
              <a:t>١. .........................................</a:t>
            </a:r>
          </a:p>
          <a:p>
            <a:pPr algn="just" rtl="1"/>
            <a:r>
              <a:rPr lang="ku-Arab-IQ" sz="1970" dirty="0"/>
              <a:t>.................................................................</a:t>
            </a:r>
          </a:p>
          <a:p>
            <a:pPr algn="just" rtl="1"/>
            <a:r>
              <a:rPr lang="ku-Arab-IQ" sz="1970" dirty="0"/>
              <a:t>٢. .........................................</a:t>
            </a:r>
          </a:p>
          <a:p>
            <a:pPr algn="just" rtl="1"/>
            <a:r>
              <a:rPr lang="ku-Arab-IQ" sz="1970" dirty="0"/>
              <a:t>.............................................................................................................................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5E0C903-7C62-BF63-E648-D389D599F188}"/>
              </a:ext>
            </a:extLst>
          </p:cNvPr>
          <p:cNvSpPr/>
          <p:nvPr/>
        </p:nvSpPr>
        <p:spPr>
          <a:xfrm rot="2700000">
            <a:off x="-102600" y="1462837"/>
            <a:ext cx="7063200" cy="7063200"/>
          </a:xfrm>
          <a:custGeom>
            <a:avLst/>
            <a:gdLst>
              <a:gd name="csX0" fmla="*/ 0 w 38120126"/>
              <a:gd name="csY0" fmla="*/ 0 h 38120126"/>
              <a:gd name="csX1" fmla="*/ 12600000 w 38120126"/>
              <a:gd name="csY1" fmla="*/ 1 h 38120126"/>
              <a:gd name="csX2" fmla="*/ 12600001 w 38120126"/>
              <a:gd name="csY2" fmla="*/ 11963605 h 38120126"/>
              <a:gd name="csX3" fmla="*/ 38120126 w 38120126"/>
              <a:gd name="csY3" fmla="*/ 37483730 h 38120126"/>
              <a:gd name="csX4" fmla="*/ 37483730 w 38120126"/>
              <a:gd name="csY4" fmla="*/ 38120126 h 38120126"/>
              <a:gd name="csX5" fmla="*/ 11963605 w 38120126"/>
              <a:gd name="csY5" fmla="*/ 12600001 h 38120126"/>
              <a:gd name="csX6" fmla="*/ 1 w 38120126"/>
              <a:gd name="csY6" fmla="*/ 12600001 h 381201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8120126" h="38120126">
                <a:moveTo>
                  <a:pt x="0" y="0"/>
                </a:moveTo>
                <a:lnTo>
                  <a:pt x="12600000" y="1"/>
                </a:lnTo>
                <a:lnTo>
                  <a:pt x="12600001" y="11963605"/>
                </a:lnTo>
                <a:lnTo>
                  <a:pt x="38120126" y="37483730"/>
                </a:lnTo>
                <a:lnTo>
                  <a:pt x="37483730" y="38120126"/>
                </a:lnTo>
                <a:lnTo>
                  <a:pt x="11963605" y="12600001"/>
                </a:lnTo>
                <a:lnTo>
                  <a:pt x="1" y="12600001"/>
                </a:lnTo>
                <a:close/>
              </a:path>
            </a:pathLst>
          </a:custGeom>
          <a:gradFill flip="none" rotWithShape="1">
            <a:gsLst>
              <a:gs pos="62000">
                <a:srgbClr val="4F1F09"/>
              </a:gs>
              <a:gs pos="87000">
                <a:srgbClr val="4F1F09"/>
              </a:gs>
              <a:gs pos="25000">
                <a:srgbClr val="8E3710"/>
              </a:gs>
              <a:gs pos="0">
                <a:srgbClr val="8E3710"/>
              </a:gs>
              <a:gs pos="100000">
                <a:srgbClr val="8E3710"/>
              </a:gs>
              <a:gs pos="75000">
                <a:srgbClr val="8E3710"/>
              </a:gs>
              <a:gs pos="50000">
                <a:srgbClr val="8E3710"/>
              </a:gs>
              <a:gs pos="37000">
                <a:srgbClr val="4F1F09"/>
              </a:gs>
              <a:gs pos="12000">
                <a:srgbClr val="4F1F09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13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B4DCC27C-E7E4-EEBD-C09E-B1F64FC7BEA6}"/>
              </a:ext>
            </a:extLst>
          </p:cNvPr>
          <p:cNvSpPr/>
          <p:nvPr/>
        </p:nvSpPr>
        <p:spPr>
          <a:xfrm>
            <a:off x="1983048" y="203200"/>
            <a:ext cx="2880000" cy="2880000"/>
          </a:xfrm>
          <a:custGeom>
            <a:avLst/>
            <a:gdLst>
              <a:gd name="csX0" fmla="*/ 1440000 w 2880000"/>
              <a:gd name="csY0" fmla="*/ 0 h 2880000"/>
              <a:gd name="csX1" fmla="*/ 2880000 w 2880000"/>
              <a:gd name="csY1" fmla="*/ 1440000 h 2880000"/>
              <a:gd name="csX2" fmla="*/ 1440000 w 2880000"/>
              <a:gd name="csY2" fmla="*/ 2880000 h 2880000"/>
              <a:gd name="csX3" fmla="*/ 0 w 2880000"/>
              <a:gd name="csY3" fmla="*/ 1440000 h 288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80000" h="2880000">
                <a:moveTo>
                  <a:pt x="1440000" y="0"/>
                </a:moveTo>
                <a:lnTo>
                  <a:pt x="2880000" y="1440000"/>
                </a:lnTo>
                <a:lnTo>
                  <a:pt x="1440000" y="2880000"/>
                </a:lnTo>
                <a:lnTo>
                  <a:pt x="0" y="144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39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9FF455-8FCC-C32B-4454-706F101F8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42650C7-DDDB-47D5-06AA-4B08BF9027A7}"/>
              </a:ext>
            </a:extLst>
          </p:cNvPr>
          <p:cNvSpPr/>
          <p:nvPr/>
        </p:nvSpPr>
        <p:spPr>
          <a:xfrm flipH="1">
            <a:off x="4492925" y="288623"/>
            <a:ext cx="2365075" cy="961724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7D1FDFCD-4C4C-59DF-6928-5B6E55AB28B4}"/>
              </a:ext>
            </a:extLst>
          </p:cNvPr>
          <p:cNvSpPr/>
          <p:nvPr/>
        </p:nvSpPr>
        <p:spPr>
          <a:xfrm flipH="1">
            <a:off x="2443074" y="288758"/>
            <a:ext cx="4414926" cy="9617242"/>
          </a:xfrm>
          <a:prstGeom prst="roundRect">
            <a:avLst>
              <a:gd name="adj" fmla="val 85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6B869F-4497-D3EE-0580-1E3CAC2321B9}"/>
              </a:ext>
            </a:extLst>
          </p:cNvPr>
          <p:cNvSpPr/>
          <p:nvPr/>
        </p:nvSpPr>
        <p:spPr>
          <a:xfrm>
            <a:off x="20280" y="958515"/>
            <a:ext cx="5859151" cy="1224000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29" name="Hexagon 28">
            <a:extLst>
              <a:ext uri="{FF2B5EF4-FFF2-40B4-BE49-F238E27FC236}">
                <a16:creationId xmlns:a16="http://schemas.microsoft.com/office/drawing/2014/main" id="{179E4588-4FF6-E322-6ECE-82334B6376CF}"/>
              </a:ext>
            </a:extLst>
          </p:cNvPr>
          <p:cNvSpPr/>
          <p:nvPr/>
        </p:nvSpPr>
        <p:spPr>
          <a:xfrm rot="5400000">
            <a:off x="4638255" y="696115"/>
            <a:ext cx="1881145" cy="1750596"/>
          </a:xfrm>
          <a:prstGeom prst="hexagon">
            <a:avLst/>
          </a:prstGeom>
          <a:solidFill>
            <a:schemeClr val="tx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C95B7CB-4C39-1C7E-6A08-49992007D461}"/>
              </a:ext>
            </a:extLst>
          </p:cNvPr>
          <p:cNvSpPr/>
          <p:nvPr/>
        </p:nvSpPr>
        <p:spPr>
          <a:xfrm>
            <a:off x="4531892" y="445167"/>
            <a:ext cx="2093494" cy="2249905"/>
          </a:xfrm>
          <a:custGeom>
            <a:avLst/>
            <a:gdLst>
              <a:gd name="connsiteX0" fmla="*/ 2285998 w 4571999"/>
              <a:gd name="connsiteY0" fmla="*/ 0 h 4945896"/>
              <a:gd name="connsiteX1" fmla="*/ 2461284 w 4571999"/>
              <a:gd name="connsiteY1" fmla="*/ 46850 h 4945896"/>
              <a:gd name="connsiteX2" fmla="*/ 2464999 w 4571999"/>
              <a:gd name="connsiteY2" fmla="*/ 49532 h 4945896"/>
              <a:gd name="connsiteX3" fmla="*/ 4354151 w 4571999"/>
              <a:gd name="connsiteY3" fmla="*/ 994109 h 4945896"/>
              <a:gd name="connsiteX4" fmla="*/ 4380522 w 4571999"/>
              <a:gd name="connsiteY4" fmla="*/ 1001272 h 4945896"/>
              <a:gd name="connsiteX5" fmla="*/ 4571999 w 4571999"/>
              <a:gd name="connsiteY5" fmla="*/ 1254034 h 4945896"/>
              <a:gd name="connsiteX6" fmla="*/ 4571578 w 4571999"/>
              <a:gd name="connsiteY6" fmla="*/ 1257687 h 4945896"/>
              <a:gd name="connsiteX7" fmla="*/ 4571998 w 4571999"/>
              <a:gd name="connsiteY7" fmla="*/ 1257680 h 4945896"/>
              <a:gd name="connsiteX8" fmla="*/ 4571998 w 4571999"/>
              <a:gd name="connsiteY8" fmla="*/ 3683727 h 4945896"/>
              <a:gd name="connsiteX9" fmla="*/ 4571998 w 4571999"/>
              <a:gd name="connsiteY9" fmla="*/ 3711955 h 4945896"/>
              <a:gd name="connsiteX10" fmla="*/ 4570278 w 4571999"/>
              <a:gd name="connsiteY10" fmla="*/ 3711681 h 4945896"/>
              <a:gd name="connsiteX11" fmla="*/ 4569543 w 4571999"/>
              <a:gd name="connsiteY11" fmla="*/ 3705035 h 4945896"/>
              <a:gd name="connsiteX12" fmla="*/ 4565629 w 4571999"/>
              <a:gd name="connsiteY12" fmla="*/ 3739012 h 4945896"/>
              <a:gd name="connsiteX13" fmla="*/ 4433775 w 4571999"/>
              <a:gd name="connsiteY13" fmla="*/ 3911197 h 4945896"/>
              <a:gd name="connsiteX14" fmla="*/ 4423748 w 4571999"/>
              <a:gd name="connsiteY14" fmla="*/ 3915960 h 4945896"/>
              <a:gd name="connsiteX15" fmla="*/ 4424852 w 4571999"/>
              <a:gd name="connsiteY15" fmla="*/ 3919804 h 4945896"/>
              <a:gd name="connsiteX16" fmla="*/ 2457428 w 4571999"/>
              <a:gd name="connsiteY16" fmla="*/ 4903516 h 4945896"/>
              <a:gd name="connsiteX17" fmla="*/ 2455872 w 4571999"/>
              <a:gd name="connsiteY17" fmla="*/ 4901617 h 4945896"/>
              <a:gd name="connsiteX18" fmla="*/ 2408030 w 4571999"/>
              <a:gd name="connsiteY18" fmla="*/ 4924339 h 4945896"/>
              <a:gd name="connsiteX19" fmla="*/ 2285998 w 4571999"/>
              <a:gd name="connsiteY19" fmla="*/ 4945896 h 4945896"/>
              <a:gd name="connsiteX20" fmla="*/ 2163967 w 4571999"/>
              <a:gd name="connsiteY20" fmla="*/ 4924339 h 4945896"/>
              <a:gd name="connsiteX21" fmla="*/ 2130835 w 4571999"/>
              <a:gd name="connsiteY21" fmla="*/ 4908604 h 4945896"/>
              <a:gd name="connsiteX22" fmla="*/ 2129658 w 4571999"/>
              <a:gd name="connsiteY22" fmla="*/ 4911060 h 4945896"/>
              <a:gd name="connsiteX23" fmla="*/ 164748 w 4571999"/>
              <a:gd name="connsiteY23" fmla="*/ 3928605 h 4945896"/>
              <a:gd name="connsiteX24" fmla="*/ 168256 w 4571999"/>
              <a:gd name="connsiteY24" fmla="*/ 3923448 h 4945896"/>
              <a:gd name="connsiteX25" fmla="*/ 142460 w 4571999"/>
              <a:gd name="connsiteY25" fmla="*/ 3911197 h 4945896"/>
              <a:gd name="connsiteX26" fmla="*/ 10606 w 4571999"/>
              <a:gd name="connsiteY26" fmla="*/ 3739012 h 4945896"/>
              <a:gd name="connsiteX27" fmla="*/ 4618 w 4571999"/>
              <a:gd name="connsiteY27" fmla="*/ 3687036 h 4945896"/>
              <a:gd name="connsiteX28" fmla="*/ 4384 w 4571999"/>
              <a:gd name="connsiteY28" fmla="*/ 3687580 h 4945896"/>
              <a:gd name="connsiteX29" fmla="*/ 1924 w 4571999"/>
              <a:gd name="connsiteY29" fmla="*/ 3709829 h 4945896"/>
              <a:gd name="connsiteX30" fmla="*/ 0 w 4571999"/>
              <a:gd name="connsiteY30" fmla="*/ 3709969 h 4945896"/>
              <a:gd name="connsiteX31" fmla="*/ 0 w 4571999"/>
              <a:gd name="connsiteY31" fmla="*/ 1255257 h 4945896"/>
              <a:gd name="connsiteX32" fmla="*/ 2413 w 4571999"/>
              <a:gd name="connsiteY32" fmla="*/ 1255218 h 4945896"/>
              <a:gd name="connsiteX33" fmla="*/ 4385 w 4571999"/>
              <a:gd name="connsiteY33" fmla="*/ 1273046 h 4945896"/>
              <a:gd name="connsiteX34" fmla="*/ 7173 w 4571999"/>
              <a:gd name="connsiteY34" fmla="*/ 1279523 h 4945896"/>
              <a:gd name="connsiteX35" fmla="*/ 4237 w 4571999"/>
              <a:gd name="connsiteY35" fmla="*/ 1254034 h 4945896"/>
              <a:gd name="connsiteX36" fmla="*/ 195714 w 4571999"/>
              <a:gd name="connsiteY36" fmla="*/ 1001272 h 4945896"/>
              <a:gd name="connsiteX37" fmla="*/ 212806 w 4571999"/>
              <a:gd name="connsiteY37" fmla="*/ 996629 h 4945896"/>
              <a:gd name="connsiteX38" fmla="*/ 2106993 w 4571999"/>
              <a:gd name="connsiteY38" fmla="*/ 49535 h 4945896"/>
              <a:gd name="connsiteX39" fmla="*/ 2110713 w 4571999"/>
              <a:gd name="connsiteY39" fmla="*/ 46850 h 4945896"/>
              <a:gd name="connsiteX40" fmla="*/ 2143643 w 4571999"/>
              <a:gd name="connsiteY40" fmla="*/ 31210 h 4945896"/>
              <a:gd name="connsiteX41" fmla="*/ 2153806 w 4571999"/>
              <a:gd name="connsiteY41" fmla="*/ 26128 h 4945896"/>
              <a:gd name="connsiteX42" fmla="*/ 2153910 w 4571999"/>
              <a:gd name="connsiteY42" fmla="*/ 26334 h 4945896"/>
              <a:gd name="connsiteX43" fmla="*/ 2163967 w 4571999"/>
              <a:gd name="connsiteY43" fmla="*/ 21558 h 4945896"/>
              <a:gd name="connsiteX44" fmla="*/ 2285998 w 4571999"/>
              <a:gd name="connsiteY44" fmla="*/ 0 h 494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571999" h="4945896">
                <a:moveTo>
                  <a:pt x="2285998" y="0"/>
                </a:moveTo>
                <a:cubicBezTo>
                  <a:pt x="2350928" y="0"/>
                  <a:pt x="2411248" y="17271"/>
                  <a:pt x="2461284" y="46850"/>
                </a:cubicBezTo>
                <a:lnTo>
                  <a:pt x="2464999" y="49532"/>
                </a:lnTo>
                <a:lnTo>
                  <a:pt x="4354151" y="994109"/>
                </a:lnTo>
                <a:lnTo>
                  <a:pt x="4380522" y="1001272"/>
                </a:lnTo>
                <a:cubicBezTo>
                  <a:pt x="4493045" y="1042916"/>
                  <a:pt x="4571999" y="1140407"/>
                  <a:pt x="4571999" y="1254034"/>
                </a:cubicBezTo>
                <a:lnTo>
                  <a:pt x="4571578" y="1257687"/>
                </a:lnTo>
                <a:lnTo>
                  <a:pt x="4571998" y="1257680"/>
                </a:lnTo>
                <a:lnTo>
                  <a:pt x="4571998" y="3683727"/>
                </a:lnTo>
                <a:lnTo>
                  <a:pt x="4571998" y="3711955"/>
                </a:lnTo>
                <a:lnTo>
                  <a:pt x="4570278" y="3711681"/>
                </a:lnTo>
                <a:lnTo>
                  <a:pt x="4569543" y="3705035"/>
                </a:lnTo>
                <a:lnTo>
                  <a:pt x="4565629" y="3739012"/>
                </a:lnTo>
                <a:cubicBezTo>
                  <a:pt x="4548924" y="3810442"/>
                  <a:pt x="4500490" y="3871759"/>
                  <a:pt x="4433775" y="3911197"/>
                </a:cubicBezTo>
                <a:lnTo>
                  <a:pt x="4423748" y="3915960"/>
                </a:lnTo>
                <a:lnTo>
                  <a:pt x="4424852" y="3919804"/>
                </a:lnTo>
                <a:lnTo>
                  <a:pt x="2457428" y="4903516"/>
                </a:lnTo>
                <a:lnTo>
                  <a:pt x="2455872" y="4901617"/>
                </a:lnTo>
                <a:lnTo>
                  <a:pt x="2408030" y="4924339"/>
                </a:lnTo>
                <a:cubicBezTo>
                  <a:pt x="2370522" y="4938220"/>
                  <a:pt x="2329285" y="4945896"/>
                  <a:pt x="2285998" y="4945896"/>
                </a:cubicBezTo>
                <a:cubicBezTo>
                  <a:pt x="2242712" y="4945896"/>
                  <a:pt x="2201474" y="4938220"/>
                  <a:pt x="2163967" y="4924339"/>
                </a:cubicBezTo>
                <a:lnTo>
                  <a:pt x="2130835" y="4908604"/>
                </a:lnTo>
                <a:lnTo>
                  <a:pt x="2129658" y="4911060"/>
                </a:lnTo>
                <a:lnTo>
                  <a:pt x="164748" y="3928605"/>
                </a:lnTo>
                <a:lnTo>
                  <a:pt x="168256" y="3923448"/>
                </a:lnTo>
                <a:lnTo>
                  <a:pt x="142460" y="3911197"/>
                </a:lnTo>
                <a:cubicBezTo>
                  <a:pt x="75745" y="3871759"/>
                  <a:pt x="27311" y="3810442"/>
                  <a:pt x="10606" y="3739012"/>
                </a:cubicBezTo>
                <a:lnTo>
                  <a:pt x="4618" y="3687036"/>
                </a:lnTo>
                <a:lnTo>
                  <a:pt x="4384" y="3687580"/>
                </a:lnTo>
                <a:lnTo>
                  <a:pt x="1924" y="3709829"/>
                </a:lnTo>
                <a:lnTo>
                  <a:pt x="0" y="3709969"/>
                </a:lnTo>
                <a:lnTo>
                  <a:pt x="0" y="1255257"/>
                </a:lnTo>
                <a:lnTo>
                  <a:pt x="2413" y="1255218"/>
                </a:lnTo>
                <a:lnTo>
                  <a:pt x="4385" y="1273046"/>
                </a:lnTo>
                <a:lnTo>
                  <a:pt x="7173" y="1279523"/>
                </a:lnTo>
                <a:lnTo>
                  <a:pt x="4237" y="1254034"/>
                </a:lnTo>
                <a:cubicBezTo>
                  <a:pt x="4237" y="1140407"/>
                  <a:pt x="83191" y="1042916"/>
                  <a:pt x="195714" y="1001272"/>
                </a:cubicBezTo>
                <a:lnTo>
                  <a:pt x="212806" y="996629"/>
                </a:lnTo>
                <a:lnTo>
                  <a:pt x="2106993" y="49535"/>
                </a:lnTo>
                <a:lnTo>
                  <a:pt x="2110713" y="46850"/>
                </a:lnTo>
                <a:lnTo>
                  <a:pt x="2143643" y="31210"/>
                </a:lnTo>
                <a:lnTo>
                  <a:pt x="2153806" y="26128"/>
                </a:lnTo>
                <a:lnTo>
                  <a:pt x="2153910" y="26334"/>
                </a:lnTo>
                <a:lnTo>
                  <a:pt x="2163967" y="21558"/>
                </a:lnTo>
                <a:cubicBezTo>
                  <a:pt x="2201474" y="7676"/>
                  <a:pt x="2242712" y="0"/>
                  <a:pt x="2285998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EDDEFCD-39C6-83BA-945B-28C53C094660}"/>
              </a:ext>
            </a:extLst>
          </p:cNvPr>
          <p:cNvSpPr txBox="1"/>
          <p:nvPr/>
        </p:nvSpPr>
        <p:spPr>
          <a:xfrm flipH="1">
            <a:off x="50137" y="1209184"/>
            <a:ext cx="44622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ku-Arab-IQ" sz="3200" b="1" noProof="0" dirty="0">
                <a:solidFill>
                  <a:schemeClr val="accent6">
                    <a:lumMod val="50000"/>
                  </a:schemeClr>
                </a:solidFill>
              </a:rPr>
              <a:t> نـاو بـاوك بـاپیـر</a:t>
            </a:r>
            <a:endParaRPr lang="en-GB" sz="3200" noProof="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C5C61A70-0224-21CA-6E09-4EF147827950}"/>
              </a:ext>
            </a:extLst>
          </p:cNvPr>
          <p:cNvSpPr/>
          <p:nvPr/>
        </p:nvSpPr>
        <p:spPr>
          <a:xfrm flipH="1">
            <a:off x="-1" y="2003634"/>
            <a:ext cx="4356863" cy="45719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b="1" noProof="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A0FCC220-EBAF-9E59-39F2-0E6A7FFCA0A6}"/>
              </a:ext>
            </a:extLst>
          </p:cNvPr>
          <p:cNvSpPr/>
          <p:nvPr/>
        </p:nvSpPr>
        <p:spPr>
          <a:xfrm>
            <a:off x="4526819" y="455710"/>
            <a:ext cx="2093494" cy="2249905"/>
          </a:xfrm>
          <a:custGeom>
            <a:avLst/>
            <a:gdLst>
              <a:gd name="connsiteX0" fmla="*/ 2285998 w 4571999"/>
              <a:gd name="connsiteY0" fmla="*/ 0 h 4945896"/>
              <a:gd name="connsiteX1" fmla="*/ 2461284 w 4571999"/>
              <a:gd name="connsiteY1" fmla="*/ 46850 h 4945896"/>
              <a:gd name="connsiteX2" fmla="*/ 2464999 w 4571999"/>
              <a:gd name="connsiteY2" fmla="*/ 49532 h 4945896"/>
              <a:gd name="connsiteX3" fmla="*/ 4354151 w 4571999"/>
              <a:gd name="connsiteY3" fmla="*/ 994109 h 4945896"/>
              <a:gd name="connsiteX4" fmla="*/ 4380522 w 4571999"/>
              <a:gd name="connsiteY4" fmla="*/ 1001272 h 4945896"/>
              <a:gd name="connsiteX5" fmla="*/ 4571999 w 4571999"/>
              <a:gd name="connsiteY5" fmla="*/ 1254034 h 4945896"/>
              <a:gd name="connsiteX6" fmla="*/ 4571578 w 4571999"/>
              <a:gd name="connsiteY6" fmla="*/ 1257687 h 4945896"/>
              <a:gd name="connsiteX7" fmla="*/ 4571998 w 4571999"/>
              <a:gd name="connsiteY7" fmla="*/ 1257680 h 4945896"/>
              <a:gd name="connsiteX8" fmla="*/ 4571998 w 4571999"/>
              <a:gd name="connsiteY8" fmla="*/ 3683727 h 4945896"/>
              <a:gd name="connsiteX9" fmla="*/ 4571998 w 4571999"/>
              <a:gd name="connsiteY9" fmla="*/ 3711955 h 4945896"/>
              <a:gd name="connsiteX10" fmla="*/ 4570278 w 4571999"/>
              <a:gd name="connsiteY10" fmla="*/ 3711681 h 4945896"/>
              <a:gd name="connsiteX11" fmla="*/ 4569543 w 4571999"/>
              <a:gd name="connsiteY11" fmla="*/ 3705035 h 4945896"/>
              <a:gd name="connsiteX12" fmla="*/ 4565629 w 4571999"/>
              <a:gd name="connsiteY12" fmla="*/ 3739012 h 4945896"/>
              <a:gd name="connsiteX13" fmla="*/ 4433775 w 4571999"/>
              <a:gd name="connsiteY13" fmla="*/ 3911197 h 4945896"/>
              <a:gd name="connsiteX14" fmla="*/ 4423748 w 4571999"/>
              <a:gd name="connsiteY14" fmla="*/ 3915960 h 4945896"/>
              <a:gd name="connsiteX15" fmla="*/ 4424852 w 4571999"/>
              <a:gd name="connsiteY15" fmla="*/ 3919804 h 4945896"/>
              <a:gd name="connsiteX16" fmla="*/ 2457428 w 4571999"/>
              <a:gd name="connsiteY16" fmla="*/ 4903516 h 4945896"/>
              <a:gd name="connsiteX17" fmla="*/ 2455872 w 4571999"/>
              <a:gd name="connsiteY17" fmla="*/ 4901617 h 4945896"/>
              <a:gd name="connsiteX18" fmla="*/ 2408030 w 4571999"/>
              <a:gd name="connsiteY18" fmla="*/ 4924339 h 4945896"/>
              <a:gd name="connsiteX19" fmla="*/ 2285998 w 4571999"/>
              <a:gd name="connsiteY19" fmla="*/ 4945896 h 4945896"/>
              <a:gd name="connsiteX20" fmla="*/ 2163967 w 4571999"/>
              <a:gd name="connsiteY20" fmla="*/ 4924339 h 4945896"/>
              <a:gd name="connsiteX21" fmla="*/ 2130835 w 4571999"/>
              <a:gd name="connsiteY21" fmla="*/ 4908604 h 4945896"/>
              <a:gd name="connsiteX22" fmla="*/ 2129658 w 4571999"/>
              <a:gd name="connsiteY22" fmla="*/ 4911060 h 4945896"/>
              <a:gd name="connsiteX23" fmla="*/ 164748 w 4571999"/>
              <a:gd name="connsiteY23" fmla="*/ 3928605 h 4945896"/>
              <a:gd name="connsiteX24" fmla="*/ 168256 w 4571999"/>
              <a:gd name="connsiteY24" fmla="*/ 3923448 h 4945896"/>
              <a:gd name="connsiteX25" fmla="*/ 142460 w 4571999"/>
              <a:gd name="connsiteY25" fmla="*/ 3911197 h 4945896"/>
              <a:gd name="connsiteX26" fmla="*/ 10606 w 4571999"/>
              <a:gd name="connsiteY26" fmla="*/ 3739012 h 4945896"/>
              <a:gd name="connsiteX27" fmla="*/ 4618 w 4571999"/>
              <a:gd name="connsiteY27" fmla="*/ 3687036 h 4945896"/>
              <a:gd name="connsiteX28" fmla="*/ 4384 w 4571999"/>
              <a:gd name="connsiteY28" fmla="*/ 3687580 h 4945896"/>
              <a:gd name="connsiteX29" fmla="*/ 1924 w 4571999"/>
              <a:gd name="connsiteY29" fmla="*/ 3709829 h 4945896"/>
              <a:gd name="connsiteX30" fmla="*/ 0 w 4571999"/>
              <a:gd name="connsiteY30" fmla="*/ 3709969 h 4945896"/>
              <a:gd name="connsiteX31" fmla="*/ 0 w 4571999"/>
              <a:gd name="connsiteY31" fmla="*/ 1255257 h 4945896"/>
              <a:gd name="connsiteX32" fmla="*/ 2413 w 4571999"/>
              <a:gd name="connsiteY32" fmla="*/ 1255218 h 4945896"/>
              <a:gd name="connsiteX33" fmla="*/ 4385 w 4571999"/>
              <a:gd name="connsiteY33" fmla="*/ 1273046 h 4945896"/>
              <a:gd name="connsiteX34" fmla="*/ 7173 w 4571999"/>
              <a:gd name="connsiteY34" fmla="*/ 1279523 h 4945896"/>
              <a:gd name="connsiteX35" fmla="*/ 4237 w 4571999"/>
              <a:gd name="connsiteY35" fmla="*/ 1254034 h 4945896"/>
              <a:gd name="connsiteX36" fmla="*/ 195714 w 4571999"/>
              <a:gd name="connsiteY36" fmla="*/ 1001272 h 4945896"/>
              <a:gd name="connsiteX37" fmla="*/ 212806 w 4571999"/>
              <a:gd name="connsiteY37" fmla="*/ 996629 h 4945896"/>
              <a:gd name="connsiteX38" fmla="*/ 2106993 w 4571999"/>
              <a:gd name="connsiteY38" fmla="*/ 49535 h 4945896"/>
              <a:gd name="connsiteX39" fmla="*/ 2110713 w 4571999"/>
              <a:gd name="connsiteY39" fmla="*/ 46850 h 4945896"/>
              <a:gd name="connsiteX40" fmla="*/ 2143643 w 4571999"/>
              <a:gd name="connsiteY40" fmla="*/ 31210 h 4945896"/>
              <a:gd name="connsiteX41" fmla="*/ 2153806 w 4571999"/>
              <a:gd name="connsiteY41" fmla="*/ 26128 h 4945896"/>
              <a:gd name="connsiteX42" fmla="*/ 2153910 w 4571999"/>
              <a:gd name="connsiteY42" fmla="*/ 26334 h 4945896"/>
              <a:gd name="connsiteX43" fmla="*/ 2163967 w 4571999"/>
              <a:gd name="connsiteY43" fmla="*/ 21558 h 4945896"/>
              <a:gd name="connsiteX44" fmla="*/ 2285998 w 4571999"/>
              <a:gd name="connsiteY44" fmla="*/ 0 h 494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571999" h="4945896">
                <a:moveTo>
                  <a:pt x="2285998" y="0"/>
                </a:moveTo>
                <a:cubicBezTo>
                  <a:pt x="2350928" y="0"/>
                  <a:pt x="2411248" y="17271"/>
                  <a:pt x="2461284" y="46850"/>
                </a:cubicBezTo>
                <a:lnTo>
                  <a:pt x="2464999" y="49532"/>
                </a:lnTo>
                <a:lnTo>
                  <a:pt x="4354151" y="994109"/>
                </a:lnTo>
                <a:lnTo>
                  <a:pt x="4380522" y="1001272"/>
                </a:lnTo>
                <a:cubicBezTo>
                  <a:pt x="4493045" y="1042916"/>
                  <a:pt x="4571999" y="1140407"/>
                  <a:pt x="4571999" y="1254034"/>
                </a:cubicBezTo>
                <a:lnTo>
                  <a:pt x="4571578" y="1257687"/>
                </a:lnTo>
                <a:lnTo>
                  <a:pt x="4571998" y="1257680"/>
                </a:lnTo>
                <a:lnTo>
                  <a:pt x="4571998" y="3683727"/>
                </a:lnTo>
                <a:lnTo>
                  <a:pt x="4571998" y="3711955"/>
                </a:lnTo>
                <a:lnTo>
                  <a:pt x="4570278" y="3711681"/>
                </a:lnTo>
                <a:lnTo>
                  <a:pt x="4569543" y="3705035"/>
                </a:lnTo>
                <a:lnTo>
                  <a:pt x="4565629" y="3739012"/>
                </a:lnTo>
                <a:cubicBezTo>
                  <a:pt x="4548924" y="3810442"/>
                  <a:pt x="4500490" y="3871759"/>
                  <a:pt x="4433775" y="3911197"/>
                </a:cubicBezTo>
                <a:lnTo>
                  <a:pt x="4423748" y="3915960"/>
                </a:lnTo>
                <a:lnTo>
                  <a:pt x="4424852" y="3919804"/>
                </a:lnTo>
                <a:lnTo>
                  <a:pt x="2457428" y="4903516"/>
                </a:lnTo>
                <a:lnTo>
                  <a:pt x="2455872" y="4901617"/>
                </a:lnTo>
                <a:lnTo>
                  <a:pt x="2408030" y="4924339"/>
                </a:lnTo>
                <a:cubicBezTo>
                  <a:pt x="2370522" y="4938220"/>
                  <a:pt x="2329285" y="4945896"/>
                  <a:pt x="2285998" y="4945896"/>
                </a:cubicBezTo>
                <a:cubicBezTo>
                  <a:pt x="2242712" y="4945896"/>
                  <a:pt x="2201474" y="4938220"/>
                  <a:pt x="2163967" y="4924339"/>
                </a:cubicBezTo>
                <a:lnTo>
                  <a:pt x="2130835" y="4908604"/>
                </a:lnTo>
                <a:lnTo>
                  <a:pt x="2129658" y="4911060"/>
                </a:lnTo>
                <a:lnTo>
                  <a:pt x="164748" y="3928605"/>
                </a:lnTo>
                <a:lnTo>
                  <a:pt x="168256" y="3923448"/>
                </a:lnTo>
                <a:lnTo>
                  <a:pt x="142460" y="3911197"/>
                </a:lnTo>
                <a:cubicBezTo>
                  <a:pt x="75745" y="3871759"/>
                  <a:pt x="27311" y="3810442"/>
                  <a:pt x="10606" y="3739012"/>
                </a:cubicBezTo>
                <a:lnTo>
                  <a:pt x="4618" y="3687036"/>
                </a:lnTo>
                <a:lnTo>
                  <a:pt x="4384" y="3687580"/>
                </a:lnTo>
                <a:lnTo>
                  <a:pt x="1924" y="3709829"/>
                </a:lnTo>
                <a:lnTo>
                  <a:pt x="0" y="3709969"/>
                </a:lnTo>
                <a:lnTo>
                  <a:pt x="0" y="1255257"/>
                </a:lnTo>
                <a:lnTo>
                  <a:pt x="2413" y="1255218"/>
                </a:lnTo>
                <a:lnTo>
                  <a:pt x="4385" y="1273046"/>
                </a:lnTo>
                <a:lnTo>
                  <a:pt x="7173" y="1279523"/>
                </a:lnTo>
                <a:lnTo>
                  <a:pt x="4237" y="1254034"/>
                </a:lnTo>
                <a:cubicBezTo>
                  <a:pt x="4237" y="1140407"/>
                  <a:pt x="83191" y="1042916"/>
                  <a:pt x="195714" y="1001272"/>
                </a:cubicBezTo>
                <a:lnTo>
                  <a:pt x="212806" y="996629"/>
                </a:lnTo>
                <a:lnTo>
                  <a:pt x="2106993" y="49535"/>
                </a:lnTo>
                <a:lnTo>
                  <a:pt x="2110713" y="46850"/>
                </a:lnTo>
                <a:lnTo>
                  <a:pt x="2143643" y="31210"/>
                </a:lnTo>
                <a:lnTo>
                  <a:pt x="2153806" y="26128"/>
                </a:lnTo>
                <a:lnTo>
                  <a:pt x="2153910" y="26334"/>
                </a:lnTo>
                <a:lnTo>
                  <a:pt x="2163967" y="21558"/>
                </a:lnTo>
                <a:cubicBezTo>
                  <a:pt x="2201474" y="7676"/>
                  <a:pt x="2242712" y="0"/>
                  <a:pt x="2285998" y="0"/>
                </a:cubicBezTo>
                <a:close/>
              </a:path>
            </a:pathLst>
          </a:custGeom>
          <a:solidFill>
            <a:srgbClr val="548235"/>
          </a:solidFill>
          <a:ln>
            <a:solidFill>
              <a:srgbClr val="5482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32AC69-CC5A-68E1-2260-D77A956F71E4}"/>
              </a:ext>
            </a:extLst>
          </p:cNvPr>
          <p:cNvCxnSpPr/>
          <p:nvPr/>
        </p:nvCxnSpPr>
        <p:spPr>
          <a:xfrm>
            <a:off x="-5666" y="2803896"/>
            <a:ext cx="252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11" name="Picture 8" descr="HD White Round Circle Phone Icon Transparent PNG">
            <a:extLst>
              <a:ext uri="{FF2B5EF4-FFF2-40B4-BE49-F238E27FC236}">
                <a16:creationId xmlns:a16="http://schemas.microsoft.com/office/drawing/2014/main" id="{23470E0E-C828-9D68-7F1E-909B57876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417" l="5625" r="94167">
                        <a14:foregroundMark x1="30966" y1="6868" x2="43333" y2="3333"/>
                        <a14:foregroundMark x1="43333" y1="3333" x2="55417" y2="3125"/>
                        <a14:foregroundMark x1="55417" y1="3125" x2="72634" y2="8803"/>
                        <a14:foregroundMark x1="68958" y1="7083" x2="63542" y2="4792"/>
                        <a14:foregroundMark x1="63542" y1="4792" x2="43958" y2="5000"/>
                        <a14:foregroundMark x1="43958" y1="5000" x2="37083" y2="6250"/>
                        <a14:foregroundMark x1="9375" y1="26458" x2="5417" y2="47292"/>
                        <a14:foregroundMark x1="5417" y1="47292" x2="5833" y2="58958"/>
                        <a14:foregroundMark x1="5833" y1="58958" x2="10208" y2="71458"/>
                        <a14:foregroundMark x1="10208" y1="71458" x2="10833" y2="72083"/>
                        <a14:foregroundMark x1="89583" y1="73958" x2="94222" y2="53792"/>
                        <a14:foregroundMark x1="94035" y1="50203" x2="92292" y2="35208"/>
                        <a14:foregroundMark x1="92292" y1="35208" x2="88958" y2="26458"/>
                        <a14:foregroundMark x1="95417" y1="39583" x2="96170" y2="44642"/>
                        <a14:foregroundMark x1="94762" y1="61241" x2="94167" y2="64583"/>
                        <a14:foregroundMark x1="94167" y1="64583" x2="93958" y2="65000"/>
                        <a14:foregroundMark x1="25417" y1="90208" x2="49375" y2="96667"/>
                        <a14:foregroundMark x1="49375" y1="96667" x2="61667" y2="95417"/>
                        <a14:foregroundMark x1="61667" y1="95417" x2="77708" y2="86667"/>
                        <a14:foregroundMark x1="77708" y1="86667" x2="77708" y2="86667"/>
                        <a14:foregroundMark x1="30833" y1="7500" x2="25000" y2="10000"/>
                        <a14:foregroundMark x1="25000" y1="10000" x2="22083" y2="12917"/>
                        <a14:foregroundMark x1="78958" y1="13542" x2="73958" y2="9583"/>
                        <a14:foregroundMark x1="78542" y1="13125" x2="78542" y2="12917"/>
                        <a14:foregroundMark x1="78542" y1="12917" x2="77708" y2="11875"/>
                        <a14:foregroundMark x1="79792" y1="14792" x2="76458" y2="11667"/>
                        <a14:foregroundMark x1="76458" y1="11667" x2="76250" y2="11458"/>
                        <a14:foregroundMark x1="77292" y1="11250" x2="80833" y2="14583"/>
                        <a14:foregroundMark x1="80833" y1="14583" x2="80833" y2="14583"/>
                        <a14:foregroundMark x1="72292" y1="8542" x2="73542" y2="9792"/>
                        <a14:backgroundMark x1="30417" y1="6250" x2="29952" y2="6472"/>
                        <a14:backgroundMark x1="97292" y1="44583" x2="98125" y2="60625"/>
                        <a14:backgroundMark x1="98125" y1="60625" x2="96667" y2="6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52915" y="2999852"/>
            <a:ext cx="432000" cy="432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0" descr="HD Letter Email Round White Icon PNG">
            <a:extLst>
              <a:ext uri="{FF2B5EF4-FFF2-40B4-BE49-F238E27FC236}">
                <a16:creationId xmlns:a16="http://schemas.microsoft.com/office/drawing/2014/main" id="{4681117E-6958-F7AE-FF98-E2AF8A15C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658" b="94565" l="6522" r="94429">
                        <a14:foregroundMark x1="13859" y1="21060" x2="34103" y2="9375"/>
                        <a14:foregroundMark x1="34103" y1="9375" x2="41033" y2="6929"/>
                        <a14:foregroundMark x1="41033" y1="6929" x2="48913" y2="6522"/>
                        <a14:foregroundMark x1="48913" y1="6522" x2="62364" y2="8016"/>
                        <a14:foregroundMark x1="62364" y1="8016" x2="73234" y2="13451"/>
                        <a14:foregroundMark x1="73234" y1="13451" x2="90082" y2="33832"/>
                        <a14:foregroundMark x1="90082" y1="33832" x2="93478" y2="53804"/>
                        <a14:foregroundMark x1="93478" y1="53804" x2="91712" y2="64402"/>
                        <a14:foregroundMark x1="91712" y1="64402" x2="88587" y2="71196"/>
                        <a14:foregroundMark x1="88587" y1="71196" x2="69565" y2="87228"/>
                        <a14:foregroundMark x1="69565" y1="87228" x2="59103" y2="91168"/>
                        <a14:foregroundMark x1="59103" y1="91168" x2="37228" y2="92799"/>
                        <a14:foregroundMark x1="37228" y1="92799" x2="25543" y2="86277"/>
                        <a14:foregroundMark x1="25543" y1="86277" x2="12228" y2="73098"/>
                        <a14:foregroundMark x1="12228" y1="73098" x2="8288" y2="65217"/>
                        <a14:foregroundMark x1="8288" y1="65217" x2="6522" y2="52853"/>
                        <a14:foregroundMark x1="6522" y1="52853" x2="12364" y2="28397"/>
                        <a14:foregroundMark x1="12364" y1="28397" x2="17799" y2="18342"/>
                        <a14:foregroundMark x1="17799" y1="18342" x2="19701" y2="16848"/>
                        <a14:foregroundMark x1="35190" y1="6522" x2="54891" y2="5842"/>
                        <a14:foregroundMark x1="54891" y1="5842" x2="59783" y2="6658"/>
                        <a14:foregroundMark x1="59783" y1="6658" x2="61685" y2="7473"/>
                        <a14:foregroundMark x1="92935" y1="37772" x2="93342" y2="43478"/>
                        <a14:foregroundMark x1="93342" y1="43478" x2="94022" y2="38587"/>
                        <a14:foregroundMark x1="94022" y1="38587" x2="94565" y2="54755"/>
                        <a14:foregroundMark x1="94565" y1="54755" x2="92255" y2="63587"/>
                        <a14:foregroundMark x1="63995" y1="92935" x2="43071" y2="94565"/>
                        <a14:foregroundMark x1="43071" y1="94565" x2="34647" y2="922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56977" y="3525596"/>
            <a:ext cx="432000" cy="432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6" descr="Location Icon Circle Vector Art, Icons, and Graphics for Free Download">
            <a:extLst>
              <a:ext uri="{FF2B5EF4-FFF2-40B4-BE49-F238E27FC236}">
                <a16:creationId xmlns:a16="http://schemas.microsoft.com/office/drawing/2014/main" id="{C25E05DD-4A8B-9645-4291-EF34AB0962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15" t="18413" r="56410" b="20824"/>
          <a:stretch/>
        </p:blipFill>
        <p:spPr bwMode="auto">
          <a:xfrm flipH="1">
            <a:off x="1956981" y="4069447"/>
            <a:ext cx="396000" cy="39168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1CAAB27-4F01-BBDF-0AC8-3C3BEF52C202}"/>
              </a:ext>
            </a:extLst>
          </p:cNvPr>
          <p:cNvSpPr txBox="1"/>
          <p:nvPr/>
        </p:nvSpPr>
        <p:spPr>
          <a:xfrm flipH="1">
            <a:off x="56712" y="3044904"/>
            <a:ext cx="1868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u-Arab-IQ" b="1" dirty="0">
                <a:solidFill>
                  <a:schemeClr val="bg1"/>
                </a:solidFill>
              </a:rPr>
              <a:t>٠٧٠٠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ku-Arab-IQ" b="1" dirty="0">
                <a:solidFill>
                  <a:schemeClr val="bg1"/>
                </a:solidFill>
              </a:rPr>
              <a:t>٠٠٠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ku-Arab-IQ" b="1" dirty="0">
                <a:solidFill>
                  <a:schemeClr val="bg1"/>
                </a:solidFill>
              </a:rPr>
              <a:t>٠٠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ku-Arab-IQ" b="1" dirty="0">
                <a:solidFill>
                  <a:schemeClr val="bg1"/>
                </a:solidFill>
              </a:rPr>
              <a:t>٠٠</a:t>
            </a:r>
            <a:endParaRPr lang="en-GB" b="1" noProof="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042F6F-B216-4064-192A-E431660E35E8}"/>
              </a:ext>
            </a:extLst>
          </p:cNvPr>
          <p:cNvSpPr txBox="1"/>
          <p:nvPr/>
        </p:nvSpPr>
        <p:spPr>
          <a:xfrm flipH="1">
            <a:off x="20279" y="3488655"/>
            <a:ext cx="1919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noProof="0" dirty="0">
                <a:solidFill>
                  <a:schemeClr val="bg1"/>
                </a:solidFill>
              </a:rPr>
              <a:t>email@example.com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1AD09DD-2D5A-2A6F-090A-B012CF2FBD0E}"/>
              </a:ext>
            </a:extLst>
          </p:cNvPr>
          <p:cNvCxnSpPr/>
          <p:nvPr/>
        </p:nvCxnSpPr>
        <p:spPr>
          <a:xfrm>
            <a:off x="-5775" y="5595637"/>
            <a:ext cx="252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9ACCA1B-5D4E-AB11-4B6A-0B18E1E86D57}"/>
              </a:ext>
            </a:extLst>
          </p:cNvPr>
          <p:cNvSpPr txBox="1"/>
          <p:nvPr/>
        </p:nvSpPr>
        <p:spPr>
          <a:xfrm flipH="1">
            <a:off x="-2" y="5152145"/>
            <a:ext cx="2443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u-Arab-IQ" sz="24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kurd Goran" panose="020B0604030504040204" pitchFamily="34" charset="-78"/>
                <a:cs typeface="Unikurd Goran" panose="020B0604030504040204" pitchFamily="34" charset="-78"/>
              </a:rPr>
              <a:t>شارەزایی</a:t>
            </a:r>
            <a:endParaRPr lang="en-GB" sz="2400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Unikurd Goran" panose="020B0604030504040204" pitchFamily="34" charset="-78"/>
              <a:cs typeface="Unikurd Goran" panose="020B0604030504040204" pitchFamily="34" charset="-78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141ACB8-AA0C-7248-DC0A-2C2BEC519D70}"/>
              </a:ext>
            </a:extLst>
          </p:cNvPr>
          <p:cNvGrpSpPr/>
          <p:nvPr/>
        </p:nvGrpSpPr>
        <p:grpSpPr>
          <a:xfrm flipH="1">
            <a:off x="301057" y="5726951"/>
            <a:ext cx="1930709" cy="307777"/>
            <a:chOff x="4376242" y="6525044"/>
            <a:chExt cx="1930709" cy="307777"/>
          </a:xfrm>
          <a:solidFill>
            <a:schemeClr val="accent6">
              <a:lumMod val="50000"/>
            </a:schemeClr>
          </a:solidFill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C0A7535-2B0F-9FBC-963E-96FDDD9CA481}"/>
                </a:ext>
              </a:extLst>
            </p:cNvPr>
            <p:cNvCxnSpPr/>
            <p:nvPr/>
          </p:nvCxnSpPr>
          <p:spPr>
            <a:xfrm flipH="1">
              <a:off x="4376242" y="6699838"/>
              <a:ext cx="1930709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FAEBECD-19B9-AB49-C588-9BC01852CC80}"/>
                </a:ext>
              </a:extLst>
            </p:cNvPr>
            <p:cNvSpPr txBox="1"/>
            <p:nvPr/>
          </p:nvSpPr>
          <p:spPr>
            <a:xfrm>
              <a:off x="4812437" y="6525044"/>
              <a:ext cx="1127964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noProof="0" dirty="0">
                  <a:solidFill>
                    <a:schemeClr val="bg1"/>
                  </a:solidFill>
                </a:rPr>
                <a:t>Word</a:t>
              </a:r>
              <a:endParaRPr lang="en-GB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79C0E45-E003-6D2E-E8E0-5B0C4FB5A0FE}"/>
              </a:ext>
            </a:extLst>
          </p:cNvPr>
          <p:cNvGrpSpPr/>
          <p:nvPr/>
        </p:nvGrpSpPr>
        <p:grpSpPr>
          <a:xfrm flipH="1">
            <a:off x="296444" y="6215043"/>
            <a:ext cx="1930709" cy="307777"/>
            <a:chOff x="4376242" y="6541373"/>
            <a:chExt cx="1930709" cy="30777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C781D41-87DA-E3C6-5889-02E123FCFDC7}"/>
                </a:ext>
              </a:extLst>
            </p:cNvPr>
            <p:cNvCxnSpPr/>
            <p:nvPr/>
          </p:nvCxnSpPr>
          <p:spPr>
            <a:xfrm flipH="1">
              <a:off x="4376242" y="6699838"/>
              <a:ext cx="19307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D3BA36E-C68A-9E88-8B41-852B68A6C764}"/>
                </a:ext>
              </a:extLst>
            </p:cNvPr>
            <p:cNvSpPr txBox="1"/>
            <p:nvPr/>
          </p:nvSpPr>
          <p:spPr>
            <a:xfrm>
              <a:off x="4812437" y="6541373"/>
              <a:ext cx="1127964" cy="307777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noProof="0" dirty="0">
                  <a:solidFill>
                    <a:schemeClr val="bg1"/>
                  </a:solidFill>
                </a:rPr>
                <a:t>Power Point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F2CFE94-4350-C8F1-9D46-BE4113C36899}"/>
              </a:ext>
            </a:extLst>
          </p:cNvPr>
          <p:cNvGrpSpPr/>
          <p:nvPr/>
        </p:nvGrpSpPr>
        <p:grpSpPr>
          <a:xfrm flipH="1">
            <a:off x="298489" y="6711441"/>
            <a:ext cx="1930709" cy="307777"/>
            <a:chOff x="4376242" y="6541373"/>
            <a:chExt cx="1930709" cy="307777"/>
          </a:xfrm>
          <a:solidFill>
            <a:schemeClr val="accent6">
              <a:lumMod val="50000"/>
            </a:schemeClr>
          </a:solidFill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FBA8444-D743-6F63-3F31-0F778ED7E782}"/>
                </a:ext>
              </a:extLst>
            </p:cNvPr>
            <p:cNvCxnSpPr/>
            <p:nvPr/>
          </p:nvCxnSpPr>
          <p:spPr>
            <a:xfrm flipH="1">
              <a:off x="4376242" y="6699838"/>
              <a:ext cx="1930709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B71E3AE-C1AD-E498-F3B0-FB22CE6B14D7}"/>
                </a:ext>
              </a:extLst>
            </p:cNvPr>
            <p:cNvSpPr txBox="1"/>
            <p:nvPr/>
          </p:nvSpPr>
          <p:spPr>
            <a:xfrm>
              <a:off x="4812437" y="6541373"/>
              <a:ext cx="1127964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noProof="0" dirty="0">
                  <a:solidFill>
                    <a:schemeClr val="bg1"/>
                  </a:solidFill>
                </a:rPr>
                <a:t>Excel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95C67C8-D5D0-4CBA-53EB-294BF884E0EB}"/>
              </a:ext>
            </a:extLst>
          </p:cNvPr>
          <p:cNvGrpSpPr/>
          <p:nvPr/>
        </p:nvGrpSpPr>
        <p:grpSpPr>
          <a:xfrm flipH="1">
            <a:off x="301057" y="7194351"/>
            <a:ext cx="1930709" cy="307777"/>
            <a:chOff x="4376242" y="6545949"/>
            <a:chExt cx="1930709" cy="307777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0AC6EF9-D693-CB2A-B518-DC566327F411}"/>
                </a:ext>
              </a:extLst>
            </p:cNvPr>
            <p:cNvCxnSpPr/>
            <p:nvPr/>
          </p:nvCxnSpPr>
          <p:spPr>
            <a:xfrm flipH="1">
              <a:off x="4376242" y="6699838"/>
              <a:ext cx="19307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E4A20BF-411D-A89C-3846-0006B05A1105}"/>
                </a:ext>
              </a:extLst>
            </p:cNvPr>
            <p:cNvSpPr txBox="1"/>
            <p:nvPr/>
          </p:nvSpPr>
          <p:spPr>
            <a:xfrm>
              <a:off x="4742609" y="6545949"/>
              <a:ext cx="1224000" cy="307777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noProof="0" dirty="0">
                  <a:solidFill>
                    <a:schemeClr val="bg1"/>
                  </a:solidFill>
                </a:rPr>
                <a:t>Windows 10,7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3C85465-9978-0043-31A0-1E1B47BB683B}"/>
              </a:ext>
            </a:extLst>
          </p:cNvPr>
          <p:cNvGrpSpPr/>
          <p:nvPr/>
        </p:nvGrpSpPr>
        <p:grpSpPr>
          <a:xfrm flipH="1">
            <a:off x="157716" y="5987331"/>
            <a:ext cx="2160722" cy="196029"/>
            <a:chOff x="-4590298" y="5333690"/>
            <a:chExt cx="9931894" cy="873368"/>
          </a:xfrm>
          <a:solidFill>
            <a:schemeClr val="accent6">
              <a:lumMod val="50000"/>
            </a:schemeClr>
          </a:solidFill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16625D5-5BA2-7EA1-399C-92B3A2F468D1}"/>
                </a:ext>
              </a:extLst>
            </p:cNvPr>
            <p:cNvSpPr/>
            <p:nvPr/>
          </p:nvSpPr>
          <p:spPr>
            <a:xfrm>
              <a:off x="-4590298" y="5333690"/>
              <a:ext cx="9931894" cy="873368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C85E403-0051-1625-7C3C-D80DBED9C1FF}"/>
                </a:ext>
              </a:extLst>
            </p:cNvPr>
            <p:cNvCxnSpPr>
              <a:cxnSpLocks/>
            </p:cNvCxnSpPr>
            <p:nvPr/>
          </p:nvCxnSpPr>
          <p:spPr>
            <a:xfrm>
              <a:off x="-4039083" y="5770376"/>
              <a:ext cx="7942860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0F5320C-0638-A2AF-9ED7-85007BBD7E5F}"/>
                </a:ext>
              </a:extLst>
            </p:cNvPr>
            <p:cNvCxnSpPr>
              <a:cxnSpLocks/>
            </p:cNvCxnSpPr>
            <p:nvPr/>
          </p:nvCxnSpPr>
          <p:spPr>
            <a:xfrm>
              <a:off x="4157218" y="5758619"/>
              <a:ext cx="395998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0268876-DF22-9793-6BC5-28A484F3F4DC}"/>
              </a:ext>
            </a:extLst>
          </p:cNvPr>
          <p:cNvGrpSpPr/>
          <p:nvPr/>
        </p:nvGrpSpPr>
        <p:grpSpPr>
          <a:xfrm flipH="1">
            <a:off x="149967" y="6476604"/>
            <a:ext cx="2160724" cy="196029"/>
            <a:chOff x="-4590298" y="5333690"/>
            <a:chExt cx="9931894" cy="873368"/>
          </a:xfrm>
          <a:solidFill>
            <a:schemeClr val="accent6">
              <a:lumMod val="50000"/>
            </a:schemeClr>
          </a:solidFill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5E83BD1-8607-0778-32CE-C8B142511A30}"/>
                </a:ext>
              </a:extLst>
            </p:cNvPr>
            <p:cNvSpPr/>
            <p:nvPr/>
          </p:nvSpPr>
          <p:spPr>
            <a:xfrm>
              <a:off x="-4590298" y="5333690"/>
              <a:ext cx="9931894" cy="873368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230B633-B6E3-1596-97A4-960AC8CFC7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994552" y="5770376"/>
              <a:ext cx="7777377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DA28E29-2CCD-4939-882B-A9F4CF891D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5012" y="5758619"/>
              <a:ext cx="395998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60DF7D3-A942-9A03-1DCC-C8DE8660B286}"/>
              </a:ext>
            </a:extLst>
          </p:cNvPr>
          <p:cNvGrpSpPr/>
          <p:nvPr/>
        </p:nvGrpSpPr>
        <p:grpSpPr>
          <a:xfrm flipH="1">
            <a:off x="149969" y="7467083"/>
            <a:ext cx="2160722" cy="196029"/>
            <a:chOff x="-4590298" y="5333690"/>
            <a:chExt cx="9931894" cy="873368"/>
          </a:xfrm>
          <a:solidFill>
            <a:schemeClr val="accent6">
              <a:lumMod val="5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CD14DD1-2642-A529-06CE-73BB9D08160E}"/>
                </a:ext>
              </a:extLst>
            </p:cNvPr>
            <p:cNvSpPr/>
            <p:nvPr/>
          </p:nvSpPr>
          <p:spPr>
            <a:xfrm>
              <a:off x="-4590298" y="5333690"/>
              <a:ext cx="9931894" cy="873368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131E01C-F884-916C-6BFE-E8AE0206DD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096710" y="5770376"/>
              <a:ext cx="7611908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F2FD731-169B-CE81-E1B2-940C9D49F9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12499" y="5768492"/>
              <a:ext cx="395998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04BBCE6-D7C1-5626-04DF-A0C019EDDEB9}"/>
              </a:ext>
            </a:extLst>
          </p:cNvPr>
          <p:cNvCxnSpPr/>
          <p:nvPr/>
        </p:nvCxnSpPr>
        <p:spPr>
          <a:xfrm>
            <a:off x="-4205" y="8443211"/>
            <a:ext cx="252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9800505-88E6-2F23-7E90-5D6C89E21F91}"/>
              </a:ext>
            </a:extLst>
          </p:cNvPr>
          <p:cNvSpPr txBox="1"/>
          <p:nvPr/>
        </p:nvSpPr>
        <p:spPr>
          <a:xfrm flipH="1">
            <a:off x="-2" y="7994654"/>
            <a:ext cx="2436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u-Arab-IQ" sz="24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kurd Goran" panose="020B0604030504040204" pitchFamily="34" charset="-78"/>
                <a:cs typeface="Unikurd Goran" panose="020B0604030504040204" pitchFamily="34" charset="-78"/>
              </a:rPr>
              <a:t>ئاستی زمان</a:t>
            </a:r>
            <a:endParaRPr lang="en-GB" sz="2400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Unikurd Goran" panose="020B0604030504040204" pitchFamily="34" charset="-78"/>
              <a:cs typeface="Unikurd Goran" panose="020B0604030504040204" pitchFamily="34" charset="-78"/>
            </a:endParaRPr>
          </a:p>
        </p:txBody>
      </p:sp>
      <p:pic>
        <p:nvPicPr>
          <p:cNvPr id="61" name="Picture 4" descr="Date of birth - Free user icons">
            <a:extLst>
              <a:ext uri="{FF2B5EF4-FFF2-40B4-BE49-F238E27FC236}">
                <a16:creationId xmlns:a16="http://schemas.microsoft.com/office/drawing/2014/main" id="{27EF712C-4E9E-5C79-C5FD-F95888EF1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86040" y="4627507"/>
            <a:ext cx="32400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0595E23F-2352-4804-ADF7-0F7CE023EE75}"/>
              </a:ext>
            </a:extLst>
          </p:cNvPr>
          <p:cNvSpPr txBox="1"/>
          <p:nvPr/>
        </p:nvSpPr>
        <p:spPr>
          <a:xfrm flipH="1">
            <a:off x="120129" y="4618615"/>
            <a:ext cx="18363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ku-Arab-IQ" sz="1400" dirty="0">
                <a:solidFill>
                  <a:schemeClr val="bg1"/>
                </a:solidFill>
              </a:rPr>
              <a:t>ڕۆژ / مانگ / ساڵ</a:t>
            </a:r>
            <a:endParaRPr lang="en-GB" sz="1400" noProof="0" dirty="0">
              <a:solidFill>
                <a:schemeClr val="bg1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BC310BB-8FBB-E3B9-C4A2-774F1D2A2FB6}"/>
              </a:ext>
            </a:extLst>
          </p:cNvPr>
          <p:cNvSpPr txBox="1"/>
          <p:nvPr/>
        </p:nvSpPr>
        <p:spPr>
          <a:xfrm flipH="1">
            <a:off x="-1" y="8465964"/>
            <a:ext cx="2436611" cy="129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ku-Arab-IQ" b="1" noProof="0" dirty="0">
                <a:solidFill>
                  <a:schemeClr val="bg1"/>
                </a:solidFill>
              </a:rPr>
              <a:t>کوردی: </a:t>
            </a:r>
            <a:r>
              <a:rPr lang="ku-Arab-IQ" noProof="0" dirty="0">
                <a:solidFill>
                  <a:schemeClr val="bg1"/>
                </a:solidFill>
              </a:rPr>
              <a:t>زمانی</a:t>
            </a:r>
            <a:r>
              <a:rPr lang="ku-Arab-IQ" b="1" noProof="0" dirty="0">
                <a:solidFill>
                  <a:schemeClr val="bg1"/>
                </a:solidFill>
              </a:rPr>
              <a:t> </a:t>
            </a:r>
            <a:r>
              <a:rPr lang="ku-Arab-IQ" noProof="0" dirty="0">
                <a:solidFill>
                  <a:schemeClr val="bg1"/>
                </a:solidFill>
              </a:rPr>
              <a:t>دایك</a:t>
            </a:r>
          </a:p>
          <a:p>
            <a:pPr marL="285750" indent="-285750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ku-Arab-IQ" b="1" dirty="0">
                <a:solidFill>
                  <a:schemeClr val="bg1"/>
                </a:solidFill>
              </a:rPr>
              <a:t>عەرەبی: </a:t>
            </a:r>
            <a:r>
              <a:rPr lang="ku-Arab-IQ" dirty="0">
                <a:solidFill>
                  <a:schemeClr val="bg1"/>
                </a:solidFill>
              </a:rPr>
              <a:t>زۆر باش</a:t>
            </a:r>
          </a:p>
          <a:p>
            <a:pPr marL="285750" indent="-285750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ku-Arab-IQ" b="1" dirty="0">
                <a:solidFill>
                  <a:schemeClr val="bg1"/>
                </a:solidFill>
              </a:rPr>
              <a:t>ئینگلیزی: </a:t>
            </a:r>
            <a:r>
              <a:rPr lang="ku-Arab-IQ" dirty="0">
                <a:solidFill>
                  <a:schemeClr val="bg1"/>
                </a:solidFill>
              </a:rPr>
              <a:t>زۆرباش</a:t>
            </a:r>
            <a:endParaRPr lang="en-GB" b="1" noProof="0" dirty="0">
              <a:solidFill>
                <a:schemeClr val="bg1"/>
              </a:solidFill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6CB57E0-B395-C123-0CDC-90147F8E6A54}"/>
              </a:ext>
            </a:extLst>
          </p:cNvPr>
          <p:cNvGrpSpPr/>
          <p:nvPr/>
        </p:nvGrpSpPr>
        <p:grpSpPr>
          <a:xfrm flipH="1">
            <a:off x="146290" y="6959477"/>
            <a:ext cx="2160722" cy="196029"/>
            <a:chOff x="4478796" y="6959478"/>
            <a:chExt cx="2160722" cy="196029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126E9F7-5507-6C22-40F9-10190866C8A2}"/>
                </a:ext>
              </a:extLst>
            </p:cNvPr>
            <p:cNvSpPr/>
            <p:nvPr/>
          </p:nvSpPr>
          <p:spPr>
            <a:xfrm>
              <a:off x="4478796" y="6959478"/>
              <a:ext cx="2160722" cy="196029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aseline="-250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C0A695C-4755-D44D-4780-2CD9C9D0FC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95703" y="7060424"/>
              <a:ext cx="1692000" cy="0"/>
            </a:xfrm>
            <a:prstGeom prst="line">
              <a:avLst/>
            </a:prstGeom>
            <a:solidFill>
              <a:schemeClr val="accent6">
                <a:lumMod val="50000"/>
              </a:schemeClr>
            </a:solidFill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B700FEC-2ACE-2B80-A19D-EBD572D70F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53445" y="7057785"/>
              <a:ext cx="86151" cy="0"/>
            </a:xfrm>
            <a:prstGeom prst="line">
              <a:avLst/>
            </a:prstGeom>
            <a:solidFill>
              <a:schemeClr val="accent6">
                <a:lumMod val="50000"/>
              </a:schemeClr>
            </a:solidFill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54A33472-23E0-DA1F-E8C0-F613EC42981D}"/>
              </a:ext>
            </a:extLst>
          </p:cNvPr>
          <p:cNvSpPr txBox="1"/>
          <p:nvPr/>
        </p:nvSpPr>
        <p:spPr>
          <a:xfrm flipH="1">
            <a:off x="-1" y="2362363"/>
            <a:ext cx="2436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u-Arab-IQ" sz="24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kurd Goran" panose="020B0604030504040204" pitchFamily="34" charset="-78"/>
                <a:cs typeface="Unikurd Goran" panose="020B0604030504040204" pitchFamily="34" charset="-78"/>
              </a:rPr>
              <a:t>زانیاری کەسی</a:t>
            </a:r>
            <a:endParaRPr lang="en-GB" sz="2400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Unikurd Goran" panose="020B0604030504040204" pitchFamily="34" charset="-78"/>
              <a:cs typeface="Unikurd Goran" panose="020B0604030504040204" pitchFamily="34" charset="-78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206F8B2-AAA2-6026-9967-08D8DBD637B0}"/>
              </a:ext>
            </a:extLst>
          </p:cNvPr>
          <p:cNvSpPr txBox="1"/>
          <p:nvPr/>
        </p:nvSpPr>
        <p:spPr>
          <a:xfrm flipH="1">
            <a:off x="20278" y="4119378"/>
            <a:ext cx="193823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ku-Arab-IQ" sz="1300" b="1" noProof="0" dirty="0">
                <a:solidFill>
                  <a:schemeClr val="bg1"/>
                </a:solidFill>
              </a:rPr>
              <a:t>شار/ پارێزگا/ کوردستان/ عێڕاق</a:t>
            </a:r>
            <a:endParaRPr lang="en-GB" sz="1300" b="1" noProof="0" dirty="0">
              <a:solidFill>
                <a:schemeClr val="bg1"/>
              </a:solidFill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3E162CE-096F-4C81-A300-1F2E8DE5BB68}"/>
              </a:ext>
            </a:extLst>
          </p:cNvPr>
          <p:cNvGrpSpPr/>
          <p:nvPr/>
        </p:nvGrpSpPr>
        <p:grpSpPr>
          <a:xfrm flipH="1">
            <a:off x="2813319" y="2825094"/>
            <a:ext cx="3910782" cy="369332"/>
            <a:chOff x="157951" y="2376400"/>
            <a:chExt cx="3910782" cy="456721"/>
          </a:xfrm>
          <a:solidFill>
            <a:schemeClr val="accent6">
              <a:lumMod val="50000"/>
            </a:schemeClr>
          </a:solidFill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524BA621-FB91-47EA-BE99-7B7DE5F0C941}"/>
                </a:ext>
              </a:extLst>
            </p:cNvPr>
            <p:cNvGrpSpPr/>
            <p:nvPr/>
          </p:nvGrpSpPr>
          <p:grpSpPr>
            <a:xfrm flipH="1">
              <a:off x="157951" y="2429767"/>
              <a:ext cx="3910782" cy="392532"/>
              <a:chOff x="-7898748" y="2640827"/>
              <a:chExt cx="6856320" cy="738980"/>
            </a:xfrm>
            <a:grpFill/>
          </p:grpSpPr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108084EE-82A0-423C-8F4B-8CE3477BAE19}"/>
                  </a:ext>
                </a:extLst>
              </p:cNvPr>
              <p:cNvSpPr/>
              <p:nvPr/>
            </p:nvSpPr>
            <p:spPr>
              <a:xfrm>
                <a:off x="-2587334" y="2640832"/>
                <a:ext cx="1544906" cy="73897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endParaRPr lang="en-GB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0" name="Hexagon 119">
                <a:extLst>
                  <a:ext uri="{FF2B5EF4-FFF2-40B4-BE49-F238E27FC236}">
                    <a16:creationId xmlns:a16="http://schemas.microsoft.com/office/drawing/2014/main" id="{2222FF41-7810-40A7-9F00-800AAE4CA1F8}"/>
                  </a:ext>
                </a:extLst>
              </p:cNvPr>
              <p:cNvSpPr/>
              <p:nvPr/>
            </p:nvSpPr>
            <p:spPr>
              <a:xfrm>
                <a:off x="-2819425" y="2640827"/>
                <a:ext cx="357557" cy="738978"/>
              </a:xfrm>
              <a:prstGeom prst="hexag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endParaRPr lang="en-GB" noProof="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40559018-0F87-438F-9368-0734E54F9036}"/>
                  </a:ext>
                </a:extLst>
              </p:cNvPr>
              <p:cNvCxnSpPr>
                <a:cxnSpLocks/>
                <a:stCxn id="120" idx="3"/>
                <a:endCxn id="122" idx="6"/>
              </p:cNvCxnSpPr>
              <p:nvPr/>
            </p:nvCxnSpPr>
            <p:spPr>
              <a:xfrm flipH="1">
                <a:off x="-7709404" y="3010316"/>
                <a:ext cx="4889979" cy="22368"/>
              </a:xfrm>
              <a:prstGeom prst="line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05B19C63-6C02-4B7D-A163-B84DECC2125F}"/>
                  </a:ext>
                </a:extLst>
              </p:cNvPr>
              <p:cNvSpPr/>
              <p:nvPr/>
            </p:nvSpPr>
            <p:spPr>
              <a:xfrm>
                <a:off x="-7898748" y="2906969"/>
                <a:ext cx="189344" cy="25142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endParaRPr lang="en-GB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B57A0E80-596F-4B4D-A373-6BFD2C5A435C}"/>
                </a:ext>
              </a:extLst>
            </p:cNvPr>
            <p:cNvSpPr txBox="1"/>
            <p:nvPr/>
          </p:nvSpPr>
          <p:spPr>
            <a:xfrm>
              <a:off x="157953" y="2376400"/>
              <a:ext cx="1080817" cy="456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ku-Arab-IQ" b="1" noProof="0" dirty="0">
                  <a:solidFill>
                    <a:schemeClr val="bg1"/>
                  </a:solidFill>
                </a:rPr>
                <a:t>کەسایەتی</a:t>
              </a:r>
              <a:endParaRPr lang="en-GB" sz="2000" b="1" noProof="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18E43BA-B670-FC39-9D23-9281E0D4776C}"/>
              </a:ext>
            </a:extLst>
          </p:cNvPr>
          <p:cNvSpPr/>
          <p:nvPr/>
        </p:nvSpPr>
        <p:spPr>
          <a:xfrm flipH="1">
            <a:off x="2436615" y="7019217"/>
            <a:ext cx="4421385" cy="288664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D6FD5B8-82BF-E03B-3FE3-12BECB55C289}"/>
              </a:ext>
            </a:extLst>
          </p:cNvPr>
          <p:cNvSpPr/>
          <p:nvPr/>
        </p:nvSpPr>
        <p:spPr>
          <a:xfrm flipH="1">
            <a:off x="6620313" y="3299908"/>
            <a:ext cx="108000" cy="1080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bg1"/>
              </a:solidFill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AA8C45F-81F8-C9C9-E9AB-8120A6D90F82}"/>
              </a:ext>
            </a:extLst>
          </p:cNvPr>
          <p:cNvGrpSpPr/>
          <p:nvPr/>
        </p:nvGrpSpPr>
        <p:grpSpPr>
          <a:xfrm flipH="1">
            <a:off x="2813317" y="4599833"/>
            <a:ext cx="3910782" cy="369332"/>
            <a:chOff x="157951" y="2376400"/>
            <a:chExt cx="3910782" cy="456721"/>
          </a:xfrm>
          <a:solidFill>
            <a:schemeClr val="accent6">
              <a:lumMod val="50000"/>
            </a:schemeClr>
          </a:solidFill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4C1C3785-A58C-0155-D1EA-ADFDA3F41F53}"/>
                </a:ext>
              </a:extLst>
            </p:cNvPr>
            <p:cNvGrpSpPr/>
            <p:nvPr/>
          </p:nvGrpSpPr>
          <p:grpSpPr>
            <a:xfrm flipH="1">
              <a:off x="157951" y="2429767"/>
              <a:ext cx="3910782" cy="392532"/>
              <a:chOff x="-7898748" y="2640827"/>
              <a:chExt cx="6856320" cy="738980"/>
            </a:xfrm>
            <a:grpFill/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C663C86D-6BCA-1414-086C-1C67B9645A16}"/>
                  </a:ext>
                </a:extLst>
              </p:cNvPr>
              <p:cNvSpPr/>
              <p:nvPr/>
            </p:nvSpPr>
            <p:spPr>
              <a:xfrm>
                <a:off x="-2587334" y="2640832"/>
                <a:ext cx="1544906" cy="73897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endParaRPr lang="en-GB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4" name="Hexagon 83">
                <a:extLst>
                  <a:ext uri="{FF2B5EF4-FFF2-40B4-BE49-F238E27FC236}">
                    <a16:creationId xmlns:a16="http://schemas.microsoft.com/office/drawing/2014/main" id="{1906D66D-2C51-FCE5-7911-4A16743C5761}"/>
                  </a:ext>
                </a:extLst>
              </p:cNvPr>
              <p:cNvSpPr/>
              <p:nvPr/>
            </p:nvSpPr>
            <p:spPr>
              <a:xfrm>
                <a:off x="-2819425" y="2640827"/>
                <a:ext cx="357557" cy="738978"/>
              </a:xfrm>
              <a:prstGeom prst="hexag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endParaRPr lang="en-GB" noProof="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39E55A99-4A96-53EC-C011-D43CB6FC203F}"/>
                  </a:ext>
                </a:extLst>
              </p:cNvPr>
              <p:cNvCxnSpPr>
                <a:cxnSpLocks/>
                <a:stCxn id="84" idx="3"/>
                <a:endCxn id="86" idx="6"/>
              </p:cNvCxnSpPr>
              <p:nvPr/>
            </p:nvCxnSpPr>
            <p:spPr>
              <a:xfrm flipH="1">
                <a:off x="-7709404" y="3010316"/>
                <a:ext cx="4889979" cy="22368"/>
              </a:xfrm>
              <a:prstGeom prst="line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9E4123FB-D274-B95F-091A-9D2B82A4BE0F}"/>
                  </a:ext>
                </a:extLst>
              </p:cNvPr>
              <p:cNvSpPr/>
              <p:nvPr/>
            </p:nvSpPr>
            <p:spPr>
              <a:xfrm>
                <a:off x="-7898748" y="2906969"/>
                <a:ext cx="189344" cy="25142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endParaRPr lang="en-GB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47594C7-D1B4-FE2D-1789-E7DA6352982F}"/>
                </a:ext>
              </a:extLst>
            </p:cNvPr>
            <p:cNvSpPr txBox="1"/>
            <p:nvPr/>
          </p:nvSpPr>
          <p:spPr>
            <a:xfrm>
              <a:off x="157953" y="2376400"/>
              <a:ext cx="1080817" cy="456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ku-Arab-IQ" b="1" noProof="0" dirty="0">
                  <a:solidFill>
                    <a:schemeClr val="bg1"/>
                  </a:solidFill>
                </a:rPr>
                <a:t>بڕوانامە</a:t>
              </a:r>
              <a:endParaRPr lang="en-GB" sz="2000" b="1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134F86C4-6033-861E-3CBD-1BC8F83F4DEA}"/>
              </a:ext>
            </a:extLst>
          </p:cNvPr>
          <p:cNvGrpSpPr/>
          <p:nvPr/>
        </p:nvGrpSpPr>
        <p:grpSpPr>
          <a:xfrm flipH="1">
            <a:off x="2813317" y="6265751"/>
            <a:ext cx="3910782" cy="369332"/>
            <a:chOff x="157951" y="2376400"/>
            <a:chExt cx="3910782" cy="456721"/>
          </a:xfrm>
          <a:solidFill>
            <a:schemeClr val="accent6">
              <a:lumMod val="50000"/>
            </a:schemeClr>
          </a:solidFill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9BF433FA-FADF-B412-B36E-DD875B320127}"/>
                </a:ext>
              </a:extLst>
            </p:cNvPr>
            <p:cNvGrpSpPr/>
            <p:nvPr/>
          </p:nvGrpSpPr>
          <p:grpSpPr>
            <a:xfrm flipH="1">
              <a:off x="157951" y="2429767"/>
              <a:ext cx="3910782" cy="392532"/>
              <a:chOff x="-7898748" y="2640827"/>
              <a:chExt cx="6856320" cy="738980"/>
            </a:xfrm>
            <a:grpFill/>
          </p:grpSpPr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C9804C9D-518F-21FB-3FE6-345FFDCE2789}"/>
                  </a:ext>
                </a:extLst>
              </p:cNvPr>
              <p:cNvSpPr/>
              <p:nvPr/>
            </p:nvSpPr>
            <p:spPr>
              <a:xfrm>
                <a:off x="-2587334" y="2640832"/>
                <a:ext cx="1544906" cy="73897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endParaRPr lang="en-GB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1" name="Hexagon 90">
                <a:extLst>
                  <a:ext uri="{FF2B5EF4-FFF2-40B4-BE49-F238E27FC236}">
                    <a16:creationId xmlns:a16="http://schemas.microsoft.com/office/drawing/2014/main" id="{00D7E3D9-3F3B-1539-FB5A-A6DEDE9FC67A}"/>
                  </a:ext>
                </a:extLst>
              </p:cNvPr>
              <p:cNvSpPr/>
              <p:nvPr/>
            </p:nvSpPr>
            <p:spPr>
              <a:xfrm>
                <a:off x="-2819425" y="2640827"/>
                <a:ext cx="357557" cy="738978"/>
              </a:xfrm>
              <a:prstGeom prst="hexag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endParaRPr lang="en-GB" noProof="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113176BE-AB32-996F-71F2-60479F34F28C}"/>
                  </a:ext>
                </a:extLst>
              </p:cNvPr>
              <p:cNvCxnSpPr>
                <a:cxnSpLocks/>
                <a:stCxn id="91" idx="3"/>
                <a:endCxn id="93" idx="6"/>
              </p:cNvCxnSpPr>
              <p:nvPr/>
            </p:nvCxnSpPr>
            <p:spPr>
              <a:xfrm flipH="1">
                <a:off x="-7709404" y="3010316"/>
                <a:ext cx="4889979" cy="22368"/>
              </a:xfrm>
              <a:prstGeom prst="line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6AB3385B-85F6-BE1A-2E0A-ABA4D5337F25}"/>
                  </a:ext>
                </a:extLst>
              </p:cNvPr>
              <p:cNvSpPr/>
              <p:nvPr/>
            </p:nvSpPr>
            <p:spPr>
              <a:xfrm>
                <a:off x="-7898748" y="2906969"/>
                <a:ext cx="189344" cy="25142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endParaRPr lang="en-GB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9030D29-AC59-3415-0D59-F72ECEAA80AC}"/>
                </a:ext>
              </a:extLst>
            </p:cNvPr>
            <p:cNvSpPr txBox="1"/>
            <p:nvPr/>
          </p:nvSpPr>
          <p:spPr>
            <a:xfrm>
              <a:off x="157953" y="2376400"/>
              <a:ext cx="1080817" cy="456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ku-Arab-IQ" b="1" noProof="0" dirty="0">
                  <a:solidFill>
                    <a:schemeClr val="bg1"/>
                  </a:solidFill>
                </a:rPr>
                <a:t>ئەزموون</a:t>
              </a:r>
              <a:endParaRPr lang="en-GB" sz="2000" b="1" noProof="0" dirty="0">
                <a:solidFill>
                  <a:schemeClr val="bg1"/>
                </a:solidFill>
              </a:endParaRPr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E4F45DE6-DC8F-75DA-6D2D-7BC98CC6DC05}"/>
              </a:ext>
            </a:extLst>
          </p:cNvPr>
          <p:cNvSpPr txBox="1"/>
          <p:nvPr/>
        </p:nvSpPr>
        <p:spPr>
          <a:xfrm>
            <a:off x="2813317" y="3169242"/>
            <a:ext cx="38069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ku-Arab-IQ" dirty="0"/>
              <a:t>...................................................................................................................................................................................................................................................................................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endParaRPr lang="en-US" dirty="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891D8559-D952-4169-7A16-12ED3A34C872}"/>
              </a:ext>
            </a:extLst>
          </p:cNvPr>
          <p:cNvSpPr/>
          <p:nvPr/>
        </p:nvSpPr>
        <p:spPr>
          <a:xfrm flipH="1">
            <a:off x="6620313" y="5098224"/>
            <a:ext cx="108000" cy="1080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80AC846-4C3D-F1D5-6998-BC67930546D3}"/>
              </a:ext>
            </a:extLst>
          </p:cNvPr>
          <p:cNvSpPr txBox="1"/>
          <p:nvPr/>
        </p:nvSpPr>
        <p:spPr>
          <a:xfrm>
            <a:off x="2813317" y="4967558"/>
            <a:ext cx="38069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ku-Arab-IQ" dirty="0"/>
              <a:t>......................................................................................................................................................................................................................</a:t>
            </a:r>
            <a:endParaRPr lang="en-US" dirty="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09E4F720-A7B2-59C1-914E-F1BBE3883685}"/>
              </a:ext>
            </a:extLst>
          </p:cNvPr>
          <p:cNvSpPr/>
          <p:nvPr/>
        </p:nvSpPr>
        <p:spPr>
          <a:xfrm flipH="1">
            <a:off x="6620313" y="6764928"/>
            <a:ext cx="108000" cy="1080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4314CDA-C915-2DE1-2327-CB8313684693}"/>
              </a:ext>
            </a:extLst>
          </p:cNvPr>
          <p:cNvSpPr txBox="1"/>
          <p:nvPr/>
        </p:nvSpPr>
        <p:spPr>
          <a:xfrm>
            <a:off x="2813317" y="6634262"/>
            <a:ext cx="38069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ku-Arab-IQ" dirty="0"/>
              <a:t>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06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701</TotalTime>
  <Words>647</Words>
  <Application>Microsoft Office PowerPoint</Application>
  <PresentationFormat>A4 Paper (210x297 mm)</PresentationFormat>
  <Paragraphs>134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Courier New</vt:lpstr>
      <vt:lpstr>Unikurd Goran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Nadir</dc:creator>
  <cp:lastModifiedBy>Ahmad Nadir</cp:lastModifiedBy>
  <cp:revision>4</cp:revision>
  <dcterms:created xsi:type="dcterms:W3CDTF">2026-07-07T22:01:08Z</dcterms:created>
  <dcterms:modified xsi:type="dcterms:W3CDTF">2026-07-09T23:47:22Z</dcterms:modified>
</cp:coreProperties>
</file>